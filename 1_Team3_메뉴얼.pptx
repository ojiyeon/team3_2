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3"/>
  </p:notesMasterIdLst>
  <p:handoutMasterIdLst>
    <p:handoutMasterId r:id="rId14"/>
  </p:handoutMasterIdLst>
  <p:sldIdLst>
    <p:sldId id="293" r:id="rId3"/>
    <p:sldId id="303" r:id="rId4"/>
    <p:sldId id="296" r:id="rId5"/>
    <p:sldId id="306" r:id="rId6"/>
    <p:sldId id="307" r:id="rId7"/>
    <p:sldId id="308" r:id="rId8"/>
    <p:sldId id="310" r:id="rId9"/>
    <p:sldId id="305" r:id="rId10"/>
    <p:sldId id="311" r:id="rId11"/>
    <p:sldId id="299" r:id="rId12"/>
  </p:sldIdLst>
  <p:sldSz cx="9906000" cy="6858000" type="A4"/>
  <p:notesSz cx="6858000" cy="9144000"/>
  <p:defaultTextStyle>
    <a:defPPr>
      <a:defRPr lang="ko-KR"/>
    </a:defPPr>
    <a:lvl1pPr marL="0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515774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1031547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547321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2063094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578868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3094641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610415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4126188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264F"/>
    <a:srgbClr val="FFCC00"/>
    <a:srgbClr val="000000"/>
    <a:srgbClr val="DDDDDD"/>
    <a:srgbClr val="EEEEEE"/>
    <a:srgbClr val="FFFF00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705" autoAdjust="0"/>
  </p:normalViewPr>
  <p:slideViewPr>
    <p:cSldViewPr>
      <p:cViewPr varScale="1">
        <p:scale>
          <a:sx n="101" d="100"/>
          <a:sy n="101" d="100"/>
        </p:scale>
        <p:origin x="-1644" y="-9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5" d="100"/>
          <a:sy n="85" d="100"/>
        </p:scale>
        <p:origin x="-3786" y="-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/>
          <a:p>
            <a:pPr hangingPunct="0">
              <a:defRPr sz="1400"/>
            </a:pPr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3" name="날짜 개체 틀 2"/>
          <p:cNvSpPr txBox="1">
            <a:spLocks noGrp="1"/>
          </p:cNvSpPr>
          <p:nvPr>
            <p:ph type="dt" sz="quarter" idx="1"/>
          </p:nvPr>
        </p:nvSpPr>
        <p:spPr>
          <a:xfrm>
            <a:off x="3881795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/>
          <a:p>
            <a:pPr algn="r" hangingPunct="0">
              <a:defRPr sz="1400"/>
            </a:pPr>
            <a:fld id="{E6C08ABE-5F13-43E3-BC60-E268A55D9601}" type="datetimeFigureOut">
              <a:t>2020-10-28</a:t>
            </a:fld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4" name="바닥글 개체 틀 3"/>
          <p:cNvSpPr txBox="1">
            <a:spLocks noGrp="1"/>
          </p:cNvSpPr>
          <p:nvPr>
            <p:ph type="ftr" sz="quarter" idx="2"/>
          </p:nvPr>
        </p:nvSpPr>
        <p:spPr>
          <a:xfrm>
            <a:off x="0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/>
          <a:p>
            <a:pPr hangingPunct="0">
              <a:defRPr sz="1400"/>
            </a:pPr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5" name="슬라이드 번호 개체 틀 4"/>
          <p:cNvSpPr txBox="1">
            <a:spLocks noGrp="1"/>
          </p:cNvSpPr>
          <p:nvPr>
            <p:ph type="sldNum" sz="quarter" idx="3"/>
          </p:nvPr>
        </p:nvSpPr>
        <p:spPr>
          <a:xfrm>
            <a:off x="3881795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/>
          <a:p>
            <a:pPr algn="r" hangingPunct="0">
              <a:defRPr sz="1400"/>
            </a:pPr>
            <a:fld id="{226C8861-5BFE-4CB6-82AC-7608D6B2D6EB}" type="slidenum">
              <a:t>‹#›</a:t>
            </a:fld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442987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812800"/>
            <a:ext cx="5789612" cy="4008438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 altLang="ko-KR"/>
          </a:p>
        </p:txBody>
      </p:sp>
      <p:sp>
        <p:nvSpPr>
          <p:cNvPr id="4" name="머리글 개체 틀 3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날짜 개체 틀 4"/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algn="r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A0E482DD-7811-4471-970D-246AE5BBFD59}" type="datetimeFigureOut">
              <a:t>2020-10-28</a:t>
            </a:fld>
            <a:endParaRPr lang="en-US"/>
          </a:p>
        </p:txBody>
      </p:sp>
      <p:sp>
        <p:nvSpPr>
          <p:cNvPr id="6" name="바닥글 개체 틀 5"/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슬라이드 번호 개체 틀 6"/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algn="r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D18D7664-14FA-449D-8BB7-BC47658399D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229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43672" marR="0" indent="-243672" rtl="0" hangingPunct="0">
      <a:tabLst/>
      <a:defRPr lang="en-US" altLang="ko-KR" sz="2300" b="0" i="0" u="none" strike="noStrike" kern="1200">
        <a:ln>
          <a:noFill/>
        </a:ln>
        <a:latin typeface="굴림" pitchFamily="18"/>
        <a:ea typeface="굴림" pitchFamily="2"/>
        <a:cs typeface="Arial" pitchFamily="2"/>
      </a:defRPr>
    </a:lvl1pPr>
    <a:lvl2pPr marL="515774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31547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547321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063094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578868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094641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610415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126188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84238" y="812800"/>
            <a:ext cx="5789612" cy="4008438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Ddd</a:t>
            </a:r>
            <a:endParaRPr lang="en-US" altLang="ko-KR" dirty="0"/>
          </a:p>
          <a:p>
            <a:r>
              <a:rPr lang="en-US" altLang="ko-KR" dirty="0"/>
              <a:t>221 221 221</a:t>
            </a:r>
          </a:p>
          <a:p>
            <a:endParaRPr lang="en-US" altLang="ko-KR" dirty="0"/>
          </a:p>
          <a:p>
            <a:r>
              <a:rPr lang="en-US" altLang="ko-KR" dirty="0"/>
              <a:t>11264f</a:t>
            </a:r>
          </a:p>
          <a:p>
            <a:r>
              <a:rPr lang="en-US" altLang="ko-KR" dirty="0"/>
              <a:t>17 38 79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920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3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4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953991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5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455459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6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679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7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634174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8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04067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57539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84238" y="812800"/>
            <a:ext cx="5789612" cy="4008438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Ddd</a:t>
            </a:r>
            <a:endParaRPr lang="en-US" altLang="ko-KR" dirty="0"/>
          </a:p>
          <a:p>
            <a:r>
              <a:rPr lang="en-US" altLang="ko-KR" dirty="0"/>
              <a:t>221 221 221</a:t>
            </a:r>
          </a:p>
          <a:p>
            <a:endParaRPr lang="en-US" altLang="ko-KR" dirty="0"/>
          </a:p>
          <a:p>
            <a:r>
              <a:rPr lang="en-US" altLang="ko-KR" dirty="0"/>
              <a:t>11264f</a:t>
            </a:r>
          </a:p>
          <a:p>
            <a:r>
              <a:rPr lang="en-US" altLang="ko-KR" dirty="0"/>
              <a:t>17 38 79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920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15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315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47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630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788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946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10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126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7A0D061-E6F2-419A-8FE2-DEB4FAFB1F3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105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25B15E8-5FBF-4EAF-AFC5-1E5B20D092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47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4"/>
          </a:xfr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1577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10315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473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0630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5788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09464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1041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1261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F6B5BA2-7B6D-4B81-B071-26FB59193D3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90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4964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4964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F8AF13D-EE90-429E-B057-C3493BA9AF8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9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9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3A9CD9D-438A-4ED5-B629-422FEBA28A1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77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A76701B-568D-4BF8-9860-3EB9FC7DB13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401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29A401D-9B64-421F-B3CA-ABD745A0684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2238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6" y="273049"/>
            <a:ext cx="3259006" cy="1162051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2" y="273054"/>
            <a:ext cx="5537729" cy="5853113"/>
          </a:xfrm>
        </p:spPr>
        <p:txBody>
          <a:bodyPr/>
          <a:lstStyle>
            <a:lvl1pPr>
              <a:defRPr sz="3600"/>
            </a:lvl1pPr>
            <a:lvl2pPr>
              <a:defRPr sz="3200"/>
            </a:lvl2pPr>
            <a:lvl3pPr>
              <a:defRPr sz="27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6" y="1435104"/>
            <a:ext cx="3259006" cy="46910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939473E-70C0-4B57-AAD7-CF25F3D6A8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3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600"/>
            </a:lvl1pPr>
            <a:lvl2pPr marL="515774" indent="0">
              <a:buNone/>
              <a:defRPr sz="3200"/>
            </a:lvl2pPr>
            <a:lvl3pPr marL="1031547" indent="0">
              <a:buNone/>
              <a:defRPr sz="2700"/>
            </a:lvl3pPr>
            <a:lvl4pPr marL="1547321" indent="0">
              <a:buNone/>
              <a:defRPr sz="2300"/>
            </a:lvl4pPr>
            <a:lvl5pPr marL="2063094" indent="0">
              <a:buNone/>
              <a:defRPr sz="2300"/>
            </a:lvl5pPr>
            <a:lvl6pPr marL="2578868" indent="0">
              <a:buNone/>
              <a:defRPr sz="2300"/>
            </a:lvl6pPr>
            <a:lvl7pPr marL="3094641" indent="0">
              <a:buNone/>
              <a:defRPr sz="2300"/>
            </a:lvl7pPr>
            <a:lvl8pPr marL="3610415" indent="0">
              <a:buNone/>
              <a:defRPr sz="2300"/>
            </a:lvl8pPr>
            <a:lvl9pPr marL="4126188" indent="0">
              <a:buNone/>
              <a:defRPr sz="23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41"/>
            <a:ext cx="5943600" cy="8048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776A0C3-38C4-4BC6-B74F-03B2A3FC2F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71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ACD5F15-E03A-4A54-A94B-4D3F4D1E3C7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86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1604964"/>
            <a:ext cx="2228850" cy="452596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604964"/>
            <a:ext cx="6521450" cy="452596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A152ECC-AFFA-48B5-AE98-612449EF06A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31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9"/>
            <a:ext cx="84201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15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315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47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630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788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946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10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126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CBDA40E-4F8E-4A2F-A24D-84CA28CAFB4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202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D90F884-7A97-476E-B334-ACA3A4AFBB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86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4"/>
          </a:xfr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1577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10315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473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0630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5788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09464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1041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1261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A2C930A-E35C-4310-A81D-F51E80120F4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775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626B72C-7ED6-47FC-B434-303A9FB3196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038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9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9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74B2C3E-2A8A-4992-9813-B4F388F33B4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112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3C4F406-A635-4E34-81D2-8F9A0BDF6C6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3606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DF815AF-3641-4E3A-A8E1-3D3B316158A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392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6" y="273049"/>
            <a:ext cx="3259006" cy="1162051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2" y="273054"/>
            <a:ext cx="5537729" cy="5853113"/>
          </a:xfrm>
        </p:spPr>
        <p:txBody>
          <a:bodyPr/>
          <a:lstStyle>
            <a:lvl1pPr>
              <a:defRPr sz="3600"/>
            </a:lvl1pPr>
            <a:lvl2pPr>
              <a:defRPr sz="3200"/>
            </a:lvl2pPr>
            <a:lvl3pPr>
              <a:defRPr sz="27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6" y="1435104"/>
            <a:ext cx="3259006" cy="46910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A1A5BFB-7E49-4596-B333-6469DC3912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47609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600"/>
            </a:lvl1pPr>
            <a:lvl2pPr marL="515774" indent="0">
              <a:buNone/>
              <a:defRPr sz="3200"/>
            </a:lvl2pPr>
            <a:lvl3pPr marL="1031547" indent="0">
              <a:buNone/>
              <a:defRPr sz="2700"/>
            </a:lvl3pPr>
            <a:lvl4pPr marL="1547321" indent="0">
              <a:buNone/>
              <a:defRPr sz="2300"/>
            </a:lvl4pPr>
            <a:lvl5pPr marL="2063094" indent="0">
              <a:buNone/>
              <a:defRPr sz="2300"/>
            </a:lvl5pPr>
            <a:lvl6pPr marL="2578868" indent="0">
              <a:buNone/>
              <a:defRPr sz="2300"/>
            </a:lvl6pPr>
            <a:lvl7pPr marL="3094641" indent="0">
              <a:buNone/>
              <a:defRPr sz="2300"/>
            </a:lvl7pPr>
            <a:lvl8pPr marL="3610415" indent="0">
              <a:buNone/>
              <a:defRPr sz="2300"/>
            </a:lvl8pPr>
            <a:lvl9pPr marL="4126188" indent="0">
              <a:buNone/>
              <a:defRPr sz="23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41"/>
            <a:ext cx="5943600" cy="8048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51B7F94-68BB-4684-9B94-250A5F33AFA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100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7874D0-D225-417F-9013-8D8BB8FF16C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90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42"/>
            <a:ext cx="222885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42"/>
            <a:ext cx="652145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DDCC7FC-F6F0-48AD-B090-49A44914A49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653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742955" y="2130480"/>
            <a:ext cx="8419709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/>
            <a:r>
              <a:rPr lang="ko-KR"/>
              <a:t>제목 텍스트의 서식을 편집하려면 클릭하십시오.마스터 제목 스타일 편집</a:t>
            </a:r>
          </a:p>
        </p:txBody>
      </p:sp>
      <p:sp>
        <p:nvSpPr>
          <p:cNvPr id="3" name="날짜 개체 틀 3"/>
          <p:cNvSpPr txBox="1">
            <a:spLocks noGrp="1"/>
          </p:cNvSpPr>
          <p:nvPr>
            <p:ph type="dt" sz="half" idx="2"/>
          </p:nvPr>
        </p:nvSpPr>
        <p:spPr>
          <a:xfrm>
            <a:off x="49530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3CE48FB0-A4B2-4AA8-8D2F-280CD559A140}" type="datetime1">
              <a:rPr lang="en-US"/>
              <a:pPr lvl="0"/>
              <a:t>10/28/2020</a:t>
            </a:fld>
            <a:endParaRPr lang="en-US"/>
          </a:p>
        </p:txBody>
      </p:sp>
      <p:sp>
        <p:nvSpPr>
          <p:cNvPr id="4" name="바닥글 개체 틀 4"/>
          <p:cNvSpPr txBox="1">
            <a:spLocks noGrp="1"/>
          </p:cNvSpPr>
          <p:nvPr>
            <p:ph type="ftr" sz="quarter" idx="3"/>
          </p:nvPr>
        </p:nvSpPr>
        <p:spPr>
          <a:xfrm>
            <a:off x="3384419" y="6356525"/>
            <a:ext cx="313638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lvl="0" rtl="0" hangingPunct="0">
              <a:buNone/>
              <a:tabLst/>
              <a:defRPr lang="en-US" sz="27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슬라이드 번호 개체 틀 5"/>
          <p:cNvSpPr txBox="1">
            <a:spLocks noGrp="1"/>
          </p:cNvSpPr>
          <p:nvPr>
            <p:ph type="sldNum" sz="quarter" idx="4"/>
          </p:nvPr>
        </p:nvSpPr>
        <p:spPr>
          <a:xfrm>
            <a:off x="709917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9C77EEA8-6A1C-419F-A0C3-79275A931264}" type="slidenum">
              <a:t>‹#›</a:t>
            </a:fld>
            <a:endParaRPr lang="en-US"/>
          </a:p>
        </p:txBody>
      </p:sp>
      <p:sp>
        <p:nvSpPr>
          <p:cNvPr id="6" name="텍스트 개체 틀 5"/>
          <p:cNvSpPr txBox="1">
            <a:spLocks noGrp="1"/>
          </p:cNvSpPr>
          <p:nvPr>
            <p:ph type="body" idx="1"/>
          </p:nvPr>
        </p:nvSpPr>
        <p:spPr>
          <a:xfrm>
            <a:off x="495300" y="1604520"/>
            <a:ext cx="8915010" cy="452592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/>
          <a:lstStyle>
            <a:def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defPPr>
            <a:lvl1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1pPr>
            <a:lvl2pPr marL="864000" lvl="1" indent="-324000" algn="l" rtl="0" hangingPunct="1">
              <a:spcBef>
                <a:spcPts val="0"/>
              </a:spcBef>
              <a:spcAft>
                <a:spcPts val="1134"/>
              </a:spcAft>
              <a:buSzPct val="75000"/>
              <a:buFont typeface="StarSymbol"/>
              <a:buChar char="–"/>
              <a:defRPr lang="ko-KR" sz="2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2pPr>
            <a:lvl3pPr marL="1295999" lvl="2" indent="-288000" algn="l" rtl="0" hangingPunct="1">
              <a:spcBef>
                <a:spcPts val="0"/>
              </a:spcBef>
              <a:spcAft>
                <a:spcPts val="850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3pPr>
            <a:lvl4pPr marL="1728000" lvl="3" indent="-216000" algn="l" rtl="0" hangingPunct="1">
              <a:spcBef>
                <a:spcPts val="0"/>
              </a:spcBef>
              <a:spcAft>
                <a:spcPts val="567"/>
              </a:spcAft>
              <a:buSzPct val="75000"/>
              <a:buFont typeface="StarSymbol"/>
              <a:buChar char="–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4pPr>
            <a:lvl5pPr marL="2160000" lvl="4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5pPr>
            <a:lvl6pPr marL="2592000" lvl="5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6pPr>
            <a:lvl7pPr marL="3024000" lvl="6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7pPr>
            <a:lvl8pPr marL="3456000" lvl="7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8pPr>
            <a:lvl9pPr marL="3887999" lvl="8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lvl="0" algn="ctr" rtl="0" hangingPunct="1">
        <a:spcBef>
          <a:spcPts val="0"/>
        </a:spcBef>
        <a:spcAft>
          <a:spcPts val="0"/>
        </a:spcAft>
        <a:buNone/>
        <a:tabLst/>
        <a:defRPr lang="ko-KR" sz="50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titleStyle>
    <p:bodyStyle>
      <a:lvl1pPr algn="l" rtl="0" hangingPunct="1">
        <a:spcBef>
          <a:spcPts val="0"/>
        </a:spcBef>
        <a:spcAft>
          <a:spcPts val="1599"/>
        </a:spcAft>
        <a:tabLst/>
        <a:defRPr lang="ko-KR" altLang="en-US" sz="36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bodyStyle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495300" y="274680"/>
            <a:ext cx="8915010" cy="114264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/>
            <a:r>
              <a:rPr lang="ko-KR"/>
              <a:t>제목 텍스트의 서식을 편집하려면 클릭하십시오.마스터 제목 스타일 편집</a:t>
            </a:r>
          </a:p>
        </p:txBody>
      </p:sp>
      <p:sp>
        <p:nvSpPr>
          <p:cNvPr id="3" name="내용 개체 틀 2"/>
          <p:cNvSpPr txBox="1">
            <a:spLocks noGrp="1"/>
          </p:cNvSpPr>
          <p:nvPr>
            <p:ph type="body" idx="1"/>
          </p:nvPr>
        </p:nvSpPr>
        <p:spPr>
          <a:xfrm>
            <a:off x="495300" y="1600200"/>
            <a:ext cx="8915010" cy="452556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defPPr>
            <a:lvl1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1pPr>
            <a:lvl2pPr marL="864000" lvl="1" indent="-324000" algn="l" rtl="0" hangingPunct="1">
              <a:spcBef>
                <a:spcPts val="0"/>
              </a:spcBef>
              <a:spcAft>
                <a:spcPts val="1134"/>
              </a:spcAft>
              <a:buSzPct val="75000"/>
              <a:buFont typeface="StarSymbol"/>
              <a:buChar char="–"/>
              <a:defRPr lang="ko-KR" sz="2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2pPr>
            <a:lvl3pPr marL="1295999" lvl="2" indent="-288000" algn="l" rtl="0" hangingPunct="1">
              <a:spcBef>
                <a:spcPts val="0"/>
              </a:spcBef>
              <a:spcAft>
                <a:spcPts val="850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3pPr>
            <a:lvl4pPr marL="1728000" lvl="3" indent="-216000" algn="l" rtl="0" hangingPunct="1">
              <a:spcBef>
                <a:spcPts val="0"/>
              </a:spcBef>
              <a:spcAft>
                <a:spcPts val="567"/>
              </a:spcAft>
              <a:buSzPct val="75000"/>
              <a:buFont typeface="StarSymbol"/>
              <a:buChar char="–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4pPr>
            <a:lvl5pPr marL="2160000" lvl="4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5pPr>
            <a:lvl6pPr marL="2592000" lvl="5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6pPr>
            <a:lvl7pPr marL="3024000" lvl="6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7pPr>
            <a:lvl8pPr marL="3456000" lvl="7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8pPr>
            <a:lvl9pPr marL="3887999" lvl="8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9pPr>
          </a:lstStyle>
          <a:p>
            <a:pPr lvl="0"/>
            <a:r>
              <a:rPr lang="ko-KR" altLang="en-US"/>
              <a:t>개요 텍스트의 서식을 편집하려면 클릭하십시오</a:t>
            </a:r>
          </a:p>
          <a:p>
            <a:pPr lvl="1"/>
            <a:r>
              <a:rPr lang="en-US" altLang="ko-KR"/>
              <a:t>2</a:t>
            </a:r>
            <a:r>
              <a:rPr lang="ko-KR" altLang="en-US"/>
              <a:t>번째 개요 수준</a:t>
            </a:r>
          </a:p>
          <a:p>
            <a:pPr lvl="2"/>
            <a:r>
              <a:rPr lang="en-US" altLang="ko-KR"/>
              <a:t>3</a:t>
            </a:r>
            <a:r>
              <a:rPr lang="ko-KR" altLang="en-US"/>
              <a:t>번째 개요 수준</a:t>
            </a:r>
          </a:p>
          <a:p>
            <a:pPr lvl="3"/>
            <a:r>
              <a:rPr lang="en-US" altLang="ko-KR"/>
              <a:t>4</a:t>
            </a:r>
            <a:r>
              <a:rPr lang="ko-KR" altLang="en-US"/>
              <a:t>번째 개요 수준</a:t>
            </a:r>
          </a:p>
          <a:p>
            <a:pPr lvl="4"/>
            <a:r>
              <a:rPr lang="en-US" altLang="ko-KR"/>
              <a:t>5</a:t>
            </a:r>
            <a:r>
              <a:rPr lang="ko-KR" altLang="en-US"/>
              <a:t>번째 개요 수준</a:t>
            </a:r>
          </a:p>
          <a:p>
            <a:pPr lvl="5"/>
            <a:r>
              <a:rPr lang="en-US" altLang="ko-KR"/>
              <a:t>6</a:t>
            </a:r>
            <a:r>
              <a:rPr lang="ko-KR" altLang="en-US"/>
              <a:t>번째 개요 수준</a:t>
            </a:r>
          </a:p>
          <a:p>
            <a:pPr lvl="6"/>
            <a:r>
              <a:rPr lang="en-US" altLang="ko-KR"/>
              <a:t>7</a:t>
            </a:r>
            <a:r>
              <a:rPr lang="ko-KR" altLang="en-US"/>
              <a:t>번째 개요 수준</a:t>
            </a:r>
          </a:p>
          <a:p>
            <a:pPr lvl="7"/>
            <a:r>
              <a:rPr lang="en-US" altLang="ko-KR"/>
              <a:t>8</a:t>
            </a:r>
            <a:r>
              <a:rPr lang="ko-KR" altLang="en-US"/>
              <a:t>번째 개요 수준</a:t>
            </a:r>
          </a:p>
          <a:p>
            <a:pPr lvl="0"/>
            <a:r>
              <a:rPr lang="en-US" altLang="ko-KR"/>
              <a:t>9</a:t>
            </a:r>
            <a:r>
              <a:rPr lang="ko-KR" altLang="en-US"/>
              <a:t>번째 개요 수준마스터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 txBox="1">
            <a:spLocks noGrp="1"/>
          </p:cNvSpPr>
          <p:nvPr>
            <p:ph type="dt" sz="half" idx="2"/>
          </p:nvPr>
        </p:nvSpPr>
        <p:spPr>
          <a:xfrm>
            <a:off x="49530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BC0AFF7F-7426-42D1-B0EE-1D952A4F4BF2}" type="datetime1">
              <a:rPr lang="en-US"/>
              <a:pPr lvl="0"/>
              <a:t>10/28/2020</a:t>
            </a:fld>
            <a:endParaRPr lang="en-US"/>
          </a:p>
        </p:txBody>
      </p:sp>
      <p:sp>
        <p:nvSpPr>
          <p:cNvPr id="5" name="바닥글 개체 틀 4"/>
          <p:cNvSpPr txBox="1">
            <a:spLocks noGrp="1"/>
          </p:cNvSpPr>
          <p:nvPr>
            <p:ph type="ftr" sz="quarter" idx="3"/>
          </p:nvPr>
        </p:nvSpPr>
        <p:spPr>
          <a:xfrm>
            <a:off x="3384419" y="6356525"/>
            <a:ext cx="313638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lvl="0" rtl="0" hangingPunct="0">
              <a:buNone/>
              <a:tabLst/>
              <a:defRPr lang="en-US" sz="27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슬라이드 번호 개체 틀 5"/>
          <p:cNvSpPr txBox="1">
            <a:spLocks noGrp="1"/>
          </p:cNvSpPr>
          <p:nvPr>
            <p:ph type="sldNum" sz="quarter" idx="4"/>
          </p:nvPr>
        </p:nvSpPr>
        <p:spPr>
          <a:xfrm>
            <a:off x="709917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C4344B05-8310-4220-914C-72DFDC806B1C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lvl="0" algn="ctr" rtl="0" hangingPunct="1">
        <a:spcBef>
          <a:spcPts val="0"/>
        </a:spcBef>
        <a:spcAft>
          <a:spcPts val="0"/>
        </a:spcAft>
        <a:buNone/>
        <a:tabLst/>
        <a:defRPr lang="ko-KR" sz="50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titleStyle>
    <p:bodyStyle>
      <a:lvl1pPr lvl="0">
        <a:buSzPct val="45000"/>
        <a:buFont typeface="StarSymbol"/>
        <a:buChar char="●"/>
        <a:tabLst/>
        <a:defRPr lang="ko-KR" altLang="en-US" sz="3600" b="0" i="0" u="none" strike="noStrike" spc="0">
          <a:solidFill>
            <a:srgbClr val="000000"/>
          </a:solidFill>
          <a:latin typeface="맑은 고딕" pitchFamily="18"/>
        </a:defRPr>
      </a:lvl1pPr>
      <a:lvl2pPr lvl="1">
        <a:buSzPct val="75000"/>
        <a:buFont typeface="StarSymbol"/>
        <a:buChar char="–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2pPr>
      <a:lvl3pPr lvl="2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3pPr>
      <a:lvl4pPr lvl="3">
        <a:buSzPct val="75000"/>
        <a:buFont typeface="StarSymbol"/>
        <a:buChar char="–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4pPr>
      <a:lvl5pPr lvl="4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5pPr>
      <a:lvl6pPr lvl="5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6pPr>
      <a:lvl7pPr lvl="6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7pPr>
      <a:lvl8pPr lvl="7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8pPr>
      <a:lvl9pPr marL="0" marR="0" lvl="0" indent="0" algn="l" rtl="0" hangingPunct="1">
        <a:spcBef>
          <a:spcPts val="720"/>
        </a:spcBef>
        <a:spcAft>
          <a:spcPts val="1599"/>
        </a:spcAft>
        <a:buSzPct val="45000"/>
        <a:buFont typeface="Arial" pitchFamily="32"/>
        <a:buChar char="•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9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jiyeon/Team3_2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0" y="2440207"/>
            <a:ext cx="9905610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6100" b="1" dirty="0">
                <a:solidFill>
                  <a:schemeClr val="bg1"/>
                </a:solidFill>
                <a:latin typeface="+mn-ea"/>
                <a:ea typeface="+mn-ea"/>
              </a:rPr>
              <a:t> </a:t>
            </a:r>
            <a:r>
              <a:rPr lang="ko-KR" altLang="en-US" sz="6100" b="1" dirty="0">
                <a:solidFill>
                  <a:schemeClr val="bg1"/>
                </a:solidFill>
                <a:latin typeface="+mn-ea"/>
                <a:ea typeface="+mn-ea"/>
              </a:rPr>
              <a:t>학사관리 시스템</a:t>
            </a:r>
            <a:endParaRPr lang="en-US" sz="61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1180356" y="2375169"/>
            <a:ext cx="754489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49" y="6299367"/>
            <a:ext cx="9774187" cy="535049"/>
          </a:xfrm>
          <a:prstGeom prst="rect">
            <a:avLst/>
          </a:prstGeom>
          <a:noFill/>
        </p:spPr>
        <p:txBody>
          <a:bodyPr wrap="square" lIns="103155" tIns="51577" rIns="103155" bIns="51577" rtlCol="0">
            <a:spAutoFit/>
          </a:bodyPr>
          <a:lstStyle/>
          <a:p>
            <a:pPr algn="r"/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권현정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오지연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chemeClr val="bg1"/>
                </a:solidFill>
                <a:latin typeface="+mn-ea"/>
              </a:rPr>
              <a:t>임예람</a:t>
            </a:r>
            <a:endParaRPr lang="ko-KR" altLang="en-US" sz="28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0" y="1810699"/>
            <a:ext cx="9905610" cy="551892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3200" b="1" dirty="0">
                <a:solidFill>
                  <a:srgbClr val="FFCC00"/>
                </a:solidFill>
                <a:latin typeface="+mn-ea"/>
                <a:ea typeface="+mn-ea"/>
              </a:rPr>
              <a:t> </a:t>
            </a:r>
            <a:r>
              <a:rPr lang="en-US" altLang="ko-KR" sz="2800" b="1" dirty="0">
                <a:solidFill>
                  <a:srgbClr val="FFCC00"/>
                </a:solidFill>
                <a:latin typeface="+mn-ea"/>
                <a:ea typeface="+mn-ea"/>
              </a:rPr>
              <a:t>Team3</a:t>
            </a:r>
            <a:endParaRPr lang="en-US" sz="28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  <p:sp>
        <p:nvSpPr>
          <p:cNvPr id="10" name="제목 1"/>
          <p:cNvSpPr txBox="1">
            <a:spLocks/>
          </p:cNvSpPr>
          <p:nvPr/>
        </p:nvSpPr>
        <p:spPr>
          <a:xfrm>
            <a:off x="1180356" y="3837721"/>
            <a:ext cx="754489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chemeClr val="bg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xmlns="" id="{1E35DEBA-43E9-4C0F-B7FC-DD519698A9BD}"/>
              </a:ext>
            </a:extLst>
          </p:cNvPr>
          <p:cNvGrpSpPr/>
          <p:nvPr/>
        </p:nvGrpSpPr>
        <p:grpSpPr>
          <a:xfrm>
            <a:off x="7689304" y="1169983"/>
            <a:ext cx="1368152" cy="916662"/>
            <a:chOff x="7545288" y="1167949"/>
            <a:chExt cx="1440160" cy="964907"/>
          </a:xfrm>
        </p:grpSpPr>
        <p:sp>
          <p:nvSpPr>
            <p:cNvPr id="4" name="말풍선: 타원형 3">
              <a:extLst>
                <a:ext uri="{FF2B5EF4-FFF2-40B4-BE49-F238E27FC236}">
                  <a16:creationId xmlns:a16="http://schemas.microsoft.com/office/drawing/2014/main" xmlns="" id="{4036751B-52EA-4114-8E93-A69AAA6B2087}"/>
                </a:ext>
              </a:extLst>
            </p:cNvPr>
            <p:cNvSpPr/>
            <p:nvPr/>
          </p:nvSpPr>
          <p:spPr>
            <a:xfrm rot="662216">
              <a:off x="7545288" y="1167949"/>
              <a:ext cx="1440160" cy="964907"/>
            </a:xfrm>
            <a:prstGeom prst="wedgeEllipseCallou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 dirty="0">
                <a:solidFill>
                  <a:srgbClr val="11264F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xmlns="" id="{102621BF-8FD7-4DA5-977E-DE8B482099CD}"/>
                </a:ext>
              </a:extLst>
            </p:cNvPr>
            <p:cNvSpPr txBox="1"/>
            <p:nvPr/>
          </p:nvSpPr>
          <p:spPr>
            <a:xfrm>
              <a:off x="7758791" y="1449829"/>
              <a:ext cx="101315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메뉴얼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8401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xmlns="" id="{DC2CFA78-DBA4-46A4-AC44-DC100EB05FD8}"/>
              </a:ext>
            </a:extLst>
          </p:cNvPr>
          <p:cNvSpPr/>
          <p:nvPr/>
        </p:nvSpPr>
        <p:spPr>
          <a:xfrm>
            <a:off x="0" y="3714357"/>
            <a:ext cx="9906000" cy="31409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56456" y="476672"/>
            <a:ext cx="2689588" cy="834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ko-KR" altLang="en-US" sz="4000" b="1" dirty="0">
                <a:solidFill>
                  <a:srgbClr val="FFCC00"/>
                </a:solidFill>
                <a:latin typeface="+mn-ea"/>
                <a:ea typeface="+mn-ea"/>
              </a:rPr>
              <a:t>목 차</a:t>
            </a:r>
            <a:endParaRPr lang="en-US" sz="40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xmlns="" id="{08EFB4E0-B59B-4134-8AF0-73DAC9773A67}"/>
              </a:ext>
            </a:extLst>
          </p:cNvPr>
          <p:cNvSpPr/>
          <p:nvPr/>
        </p:nvSpPr>
        <p:spPr>
          <a:xfrm>
            <a:off x="3238849" y="3918095"/>
            <a:ext cx="1344794" cy="7920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rgbClr val="11264F"/>
                </a:solidFill>
              </a:rPr>
              <a:t>이클립스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xmlns="" id="{4224ACF3-DAE8-4EC3-AFA7-91F6C03E1FE1}"/>
              </a:ext>
            </a:extLst>
          </p:cNvPr>
          <p:cNvGrpSpPr/>
          <p:nvPr/>
        </p:nvGrpSpPr>
        <p:grpSpPr>
          <a:xfrm>
            <a:off x="3458834" y="3126007"/>
            <a:ext cx="2988332" cy="802840"/>
            <a:chOff x="524508" y="2569831"/>
            <a:chExt cx="2988332" cy="802840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xmlns="" id="{01FCAA3D-D988-4E3B-8D25-B08F3778434D}"/>
                </a:ext>
              </a:extLst>
            </p:cNvPr>
            <p:cNvSpPr/>
            <p:nvPr/>
          </p:nvSpPr>
          <p:spPr>
            <a:xfrm>
              <a:off x="524508" y="2569831"/>
              <a:ext cx="900100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400" b="1" dirty="0">
                  <a:latin typeface="+mn-ea"/>
                </a:rPr>
                <a:t>01</a:t>
              </a:r>
              <a:endParaRPr lang="ko-KR" altLang="en-US" sz="4400" b="1" dirty="0">
                <a:latin typeface="+mn-ea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xmlns="" id="{88F6368C-3EB0-4A02-A88B-CE411E97EF2A}"/>
                </a:ext>
              </a:extLst>
            </p:cNvPr>
            <p:cNvSpPr/>
            <p:nvPr/>
          </p:nvSpPr>
          <p:spPr>
            <a:xfrm>
              <a:off x="2612740" y="2580583"/>
              <a:ext cx="900100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400" b="1" dirty="0">
                  <a:latin typeface="+mn-ea"/>
                </a:rPr>
                <a:t>02</a:t>
              </a:r>
              <a:endParaRPr lang="ko-KR" altLang="en-US" sz="4400" b="1" dirty="0">
                <a:latin typeface="+mn-ea"/>
              </a:endParaRPr>
            </a:p>
          </p:txBody>
        </p:sp>
      </p:grpSp>
      <p:sp>
        <p:nvSpPr>
          <p:cNvPr id="23" name="직사각형 22">
            <a:extLst>
              <a:ext uri="{FF2B5EF4-FFF2-40B4-BE49-F238E27FC236}">
                <a16:creationId xmlns:a16="http://schemas.microsoft.com/office/drawing/2014/main" xmlns="" id="{6FDDAB2E-B338-4146-8B44-B8527E2ED716}"/>
              </a:ext>
            </a:extLst>
          </p:cNvPr>
          <p:cNvSpPr/>
          <p:nvPr/>
        </p:nvSpPr>
        <p:spPr>
          <a:xfrm>
            <a:off x="5321272" y="3918095"/>
            <a:ext cx="1344794" cy="7920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>
                <a:solidFill>
                  <a:srgbClr val="11264F"/>
                </a:solidFill>
              </a:rPr>
              <a:t>오라클</a:t>
            </a:r>
          </a:p>
        </p:txBody>
      </p:sp>
    </p:spTree>
    <p:extLst>
      <p:ext uri="{BB962C8B-B14F-4D97-AF65-F5344CB8AC3E}">
        <p14:creationId xmlns:p14="http://schemas.microsoft.com/office/powerpoint/2010/main" val="2238333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/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4" name="직사각형 3"/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45" name="제목 1"/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File Import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51" name="그룹 50"/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48" name="이등변 삼각형 47"/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49" name="직사각형 48"/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pic>
        <p:nvPicPr>
          <p:cNvPr id="41" name="그림 40">
            <a:extLst>
              <a:ext uri="{FF2B5EF4-FFF2-40B4-BE49-F238E27FC236}">
                <a16:creationId xmlns:a16="http://schemas.microsoft.com/office/drawing/2014/main" xmlns="" id="{B8BE3C7F-B39A-4130-88C3-BFD585115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87" y="1681364"/>
            <a:ext cx="3518025" cy="4680000"/>
          </a:xfrm>
          <a:prstGeom prst="rect">
            <a:avLst/>
          </a:prstGeom>
          <a:ln>
            <a:solidFill>
              <a:srgbClr val="11264F"/>
            </a:solidFill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xmlns="" id="{8F6688E9-4057-48B5-81DC-71758C7DC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1681364"/>
            <a:ext cx="4033371" cy="4284476"/>
          </a:xfrm>
          <a:prstGeom prst="rect">
            <a:avLst/>
          </a:prstGeom>
          <a:ln>
            <a:solidFill>
              <a:srgbClr val="11264F"/>
            </a:solidFill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xmlns="" id="{1A384241-A3FF-4CDE-813C-7EAAEE54DD45}"/>
              </a:ext>
            </a:extLst>
          </p:cNvPr>
          <p:cNvSpPr txBox="1"/>
          <p:nvPr/>
        </p:nvSpPr>
        <p:spPr>
          <a:xfrm>
            <a:off x="344488" y="1101380"/>
            <a:ext cx="46085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ko-KR" altLang="en-US" sz="1500" b="1" dirty="0">
                <a:solidFill>
                  <a:srgbClr val="11264F"/>
                </a:solidFill>
              </a:rPr>
              <a:t>상단 메뉴 </a:t>
            </a:r>
            <a:r>
              <a:rPr lang="en-US" altLang="ko-KR" sz="1500" b="1" dirty="0">
                <a:solidFill>
                  <a:srgbClr val="11264F"/>
                </a:solidFill>
              </a:rPr>
              <a:t>– FILE – IMPORT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xmlns="" id="{86807C37-6F6F-4911-AE79-F838F3D6BD37}"/>
              </a:ext>
            </a:extLst>
          </p:cNvPr>
          <p:cNvSpPr txBox="1"/>
          <p:nvPr/>
        </p:nvSpPr>
        <p:spPr>
          <a:xfrm>
            <a:off x="4706083" y="1101380"/>
            <a:ext cx="49530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General -&gt; Existing Projects Into Workspace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</p:spTree>
    <p:extLst>
      <p:ext uri="{BB962C8B-B14F-4D97-AF65-F5344CB8AC3E}">
        <p14:creationId xmlns:p14="http://schemas.microsoft.com/office/powerpoint/2010/main" val="3036797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xmlns="" id="{C550C18B-DADD-4B30-9B0F-DB777490F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28" y="1701328"/>
            <a:ext cx="3407831" cy="468000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xmlns="" id="{177BA621-630C-4E02-941B-76EBF50EDC71}"/>
              </a:ext>
            </a:extLst>
          </p:cNvPr>
          <p:cNvGrpSpPr/>
          <p:nvPr/>
        </p:nvGrpSpPr>
        <p:grpSpPr>
          <a:xfrm>
            <a:off x="4664968" y="1701328"/>
            <a:ext cx="4953000" cy="2759224"/>
            <a:chOff x="3730572" y="3014079"/>
            <a:chExt cx="6143033" cy="3526915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xmlns="" id="{B7BC5FCC-4DAE-4106-9344-BA07970AA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30572" y="3014079"/>
              <a:ext cx="6143033" cy="3526915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xmlns="" id="{2FE1D9EF-1DE9-4E70-9FFA-9874BB75D7A8}"/>
                </a:ext>
              </a:extLst>
            </p:cNvPr>
            <p:cNvSpPr/>
            <p:nvPr/>
          </p:nvSpPr>
          <p:spPr>
            <a:xfrm>
              <a:off x="4736976" y="4221088"/>
              <a:ext cx="1857524" cy="333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7C18D962-6ED0-422C-87F7-003B393B071A}"/>
              </a:ext>
            </a:extLst>
          </p:cNvPr>
          <p:cNvSpPr txBox="1"/>
          <p:nvPr/>
        </p:nvSpPr>
        <p:spPr>
          <a:xfrm>
            <a:off x="344488" y="1101380"/>
            <a:ext cx="46085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3. Select archive file </a:t>
            </a:r>
            <a:r>
              <a:rPr lang="ko-KR" altLang="en-US" sz="1500" b="1" dirty="0">
                <a:solidFill>
                  <a:srgbClr val="11264F"/>
                </a:solidFill>
              </a:rPr>
              <a:t>선택 후 </a:t>
            </a:r>
            <a:r>
              <a:rPr lang="en-US" altLang="ko-KR" sz="1500" b="1" dirty="0">
                <a:solidFill>
                  <a:srgbClr val="11264F"/>
                </a:solidFill>
              </a:rPr>
              <a:t>Browse…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xmlns="" id="{346A606B-B5AC-4BED-932D-F2BD5FAA4ABA}"/>
              </a:ext>
            </a:extLst>
          </p:cNvPr>
          <p:cNvSpPr txBox="1"/>
          <p:nvPr/>
        </p:nvSpPr>
        <p:spPr>
          <a:xfrm>
            <a:off x="4706083" y="1101380"/>
            <a:ext cx="49530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4. </a:t>
            </a:r>
            <a:r>
              <a:rPr lang="ko-KR" altLang="en-US" sz="1500" b="1" dirty="0">
                <a:solidFill>
                  <a:srgbClr val="11264F"/>
                </a:solidFill>
              </a:rPr>
              <a:t>삽입할 압축파일</a:t>
            </a:r>
            <a:r>
              <a:rPr lang="en-US" altLang="ko-KR" sz="1500" b="1" dirty="0">
                <a:solidFill>
                  <a:srgbClr val="11264F"/>
                </a:solidFill>
              </a:rPr>
              <a:t>(.zip) </a:t>
            </a:r>
            <a:r>
              <a:rPr lang="ko-KR" altLang="en-US" sz="1500" b="1" dirty="0">
                <a:solidFill>
                  <a:srgbClr val="11264F"/>
                </a:solidFill>
              </a:rPr>
              <a:t>선택하여 열기 후 </a:t>
            </a:r>
            <a:r>
              <a:rPr lang="en-US" altLang="ko-KR" sz="1500" b="1" dirty="0">
                <a:solidFill>
                  <a:srgbClr val="11264F"/>
                </a:solidFill>
              </a:rPr>
              <a:t>finish</a:t>
            </a:r>
            <a:endParaRPr lang="ko-KR" altLang="en-US" sz="1500" b="1" dirty="0">
              <a:solidFill>
                <a:srgbClr val="11264F"/>
              </a:solidFill>
            </a:endParaRPr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xmlns="" id="{8DEF6E9B-EDCA-4C2A-BE66-475BA1698808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xmlns="" id="{BC729360-BDEC-4436-A08A-1D43150F62CC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55" name="제목 1">
              <a:extLst>
                <a:ext uri="{FF2B5EF4-FFF2-40B4-BE49-F238E27FC236}">
                  <a16:creationId xmlns:a16="http://schemas.microsoft.com/office/drawing/2014/main" xmlns="" id="{A2663D3F-32C8-4DAB-963A-0B4099F77292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File Import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xmlns="" id="{ADB40229-E365-4DB2-AFD3-D2F93B0D6272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57" name="이등변 삼각형 56">
                <a:extLst>
                  <a:ext uri="{FF2B5EF4-FFF2-40B4-BE49-F238E27FC236}">
                    <a16:creationId xmlns:a16="http://schemas.microsoft.com/office/drawing/2014/main" xmlns="" id="{B247566E-773F-4CBD-9F55-6BF595220F42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xmlns="" id="{39E7FCFD-6AD3-46F7-BCF4-5529F977A0F1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xmlns="" id="{A42CA307-85BB-4963-B77D-D214A8F41A27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57144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C5A2756D-5C19-4155-BF42-378BD47D3CF1}"/>
              </a:ext>
            </a:extLst>
          </p:cNvPr>
          <p:cNvSpPr txBox="1"/>
          <p:nvPr/>
        </p:nvSpPr>
        <p:spPr>
          <a:xfrm>
            <a:off x="344488" y="1101380"/>
            <a:ext cx="9217024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5. </a:t>
            </a:r>
            <a:r>
              <a:rPr lang="ko-KR" altLang="en-US" sz="1500" b="1" dirty="0">
                <a:solidFill>
                  <a:srgbClr val="11264F"/>
                </a:solidFill>
              </a:rPr>
              <a:t>프로젝트 </a:t>
            </a:r>
            <a:r>
              <a:rPr lang="en-US" altLang="ko-KR" sz="1500" b="1" dirty="0">
                <a:solidFill>
                  <a:srgbClr val="11264F"/>
                </a:solidFill>
              </a:rPr>
              <a:t>Import </a:t>
            </a:r>
            <a:r>
              <a:rPr lang="ko-KR" altLang="en-US" sz="1500" b="1" dirty="0">
                <a:solidFill>
                  <a:srgbClr val="11264F"/>
                </a:solidFill>
              </a:rPr>
              <a:t>후 </a:t>
            </a:r>
            <a:r>
              <a:rPr lang="en-US" altLang="ko-KR" sz="1500" b="1" dirty="0">
                <a:solidFill>
                  <a:srgbClr val="11264F"/>
                </a:solidFill>
              </a:rPr>
              <a:t>Sever.xml</a:t>
            </a:r>
            <a:r>
              <a:rPr lang="ko-KR" altLang="en-US" sz="1500" b="1" dirty="0">
                <a:solidFill>
                  <a:srgbClr val="11264F"/>
                </a:solidFill>
              </a:rPr>
              <a:t>에 자동으로 등록이 안되기 때문에 </a:t>
            </a:r>
            <a:r>
              <a:rPr lang="en-US" altLang="ko-KR" sz="1500" b="1" dirty="0" err="1">
                <a:solidFill>
                  <a:srgbClr val="11264F"/>
                </a:solidFill>
              </a:rPr>
              <a:t>login.jsp</a:t>
            </a:r>
            <a:r>
              <a:rPr lang="ko-KR" altLang="en-US" sz="1500" b="1" dirty="0">
                <a:solidFill>
                  <a:srgbClr val="11264F"/>
                </a:solidFill>
              </a:rPr>
              <a:t>를 실행하여 등록하거나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&lt;Context </a:t>
            </a:r>
            <a:r>
              <a:rPr lang="en-US" altLang="ko-KR" sz="1500" b="1" u="none" strike="noStrike" dirty="0" err="1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docBase</a:t>
            </a:r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="Team3_Administrator" path="/Team3_Administrator" reloadable="true" source="org.eclipse.jst.jee.server:Team3_Administrator"/&gt; </a:t>
            </a:r>
            <a:r>
              <a:rPr lang="ko-KR" altLang="en-US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코드를 </a:t>
            </a:r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Server.xml</a:t>
            </a:r>
            <a:r>
              <a:rPr lang="ko-KR" altLang="en-US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에 직접 작성</a:t>
            </a:r>
            <a:endParaRPr lang="ko-KR" altLang="en-US" sz="1500" b="1" dirty="0">
              <a:solidFill>
                <a:srgbClr val="11264F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xmlns="" id="{786C06FE-CCA5-41B1-94E1-F6C39534F116}"/>
              </a:ext>
            </a:extLst>
          </p:cNvPr>
          <p:cNvGrpSpPr/>
          <p:nvPr/>
        </p:nvGrpSpPr>
        <p:grpSpPr>
          <a:xfrm>
            <a:off x="0" y="2507180"/>
            <a:ext cx="9906000" cy="2016224"/>
            <a:chOff x="0" y="2398617"/>
            <a:chExt cx="9906000" cy="201622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xmlns="" id="{0A0CBED6-384C-4759-91C2-3EE23F971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780928"/>
              <a:ext cx="9906000" cy="1633913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xmlns="" id="{81B0CDFE-8C63-494E-87A8-9AB803C21D69}"/>
                </a:ext>
              </a:extLst>
            </p:cNvPr>
            <p:cNvSpPr txBox="1"/>
            <p:nvPr/>
          </p:nvSpPr>
          <p:spPr>
            <a:xfrm>
              <a:off x="184817" y="2398617"/>
              <a:ext cx="1640632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500" b="1" dirty="0">
                  <a:solidFill>
                    <a:srgbClr val="11264F"/>
                  </a:solidFill>
                </a:rPr>
                <a:t>Context</a:t>
              </a:r>
              <a:r>
                <a:rPr lang="ko-KR" altLang="en-US" sz="1500" b="1" dirty="0">
                  <a:solidFill>
                    <a:srgbClr val="11264F"/>
                  </a:solidFill>
                </a:rPr>
                <a:t>등록 전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xmlns="" id="{CE2EDAE3-BC71-4B49-A96C-57F614B0EF80}"/>
              </a:ext>
            </a:extLst>
          </p:cNvPr>
          <p:cNvGrpSpPr/>
          <p:nvPr/>
        </p:nvGrpSpPr>
        <p:grpSpPr>
          <a:xfrm>
            <a:off x="0" y="4662366"/>
            <a:ext cx="9906000" cy="2066006"/>
            <a:chOff x="0" y="4473987"/>
            <a:chExt cx="9906000" cy="2066006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xmlns="" id="{51DC08F2-4193-4210-8849-AA5E6A09F09C}"/>
                </a:ext>
              </a:extLst>
            </p:cNvPr>
            <p:cNvGrpSpPr/>
            <p:nvPr/>
          </p:nvGrpSpPr>
          <p:grpSpPr>
            <a:xfrm>
              <a:off x="0" y="4797152"/>
              <a:ext cx="9906000" cy="1742841"/>
              <a:chOff x="0" y="4290893"/>
              <a:chExt cx="9906000" cy="1742841"/>
            </a:xfrm>
          </p:grpSpPr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xmlns="" id="{228A02C3-30CC-4523-9CA5-CE6A34B640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4290893"/>
                <a:ext cx="9906000" cy="1742841"/>
              </a:xfrm>
              <a:prstGeom prst="rect">
                <a:avLst/>
              </a:prstGeom>
            </p:spPr>
          </p:pic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xmlns="" id="{06920AAD-144F-49E0-917C-657C9D2F08F7}"/>
                  </a:ext>
                </a:extLst>
              </p:cNvPr>
              <p:cNvSpPr/>
              <p:nvPr/>
            </p:nvSpPr>
            <p:spPr>
              <a:xfrm>
                <a:off x="344488" y="5733256"/>
                <a:ext cx="6696744" cy="21602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3107A09C-FEDE-405E-A73C-CB2ABF4FE031}"/>
                </a:ext>
              </a:extLst>
            </p:cNvPr>
            <p:cNvSpPr txBox="1"/>
            <p:nvPr/>
          </p:nvSpPr>
          <p:spPr>
            <a:xfrm>
              <a:off x="184817" y="4473987"/>
              <a:ext cx="1640632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500" b="1" dirty="0">
                  <a:solidFill>
                    <a:srgbClr val="11264F"/>
                  </a:solidFill>
                </a:rPr>
                <a:t>Context</a:t>
              </a:r>
              <a:r>
                <a:rPr lang="ko-KR" altLang="en-US" sz="1500" b="1" dirty="0">
                  <a:solidFill>
                    <a:srgbClr val="11264F"/>
                  </a:solidFill>
                </a:rPr>
                <a:t>등록 후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xmlns="" id="{3C51FF6E-8B2D-4F80-B915-938D4A71B67F}"/>
              </a:ext>
            </a:extLst>
          </p:cNvPr>
          <p:cNvGrpSpPr/>
          <p:nvPr/>
        </p:nvGrpSpPr>
        <p:grpSpPr>
          <a:xfrm>
            <a:off x="6663658" y="2082415"/>
            <a:ext cx="3057525" cy="1390650"/>
            <a:chOff x="6663658" y="2082415"/>
            <a:chExt cx="3057525" cy="139065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xmlns="" id="{30530146-4BC9-4B82-AAF1-E05C7B9D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63658" y="2082415"/>
              <a:ext cx="3057525" cy="1390650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xmlns="" id="{ACA2DB97-ADBF-4515-8D52-E90958D04FA9}"/>
                </a:ext>
              </a:extLst>
            </p:cNvPr>
            <p:cNvSpPr/>
            <p:nvPr/>
          </p:nvSpPr>
          <p:spPr>
            <a:xfrm>
              <a:off x="7041232" y="2924944"/>
              <a:ext cx="1348946" cy="216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xmlns="" id="{760752C7-5C49-4FC2-97BF-1CD4EFF57F1B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xmlns="" id="{094ADD95-97A9-4840-B20D-0E1060E2B3FB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55" name="제목 1">
              <a:extLst>
                <a:ext uri="{FF2B5EF4-FFF2-40B4-BE49-F238E27FC236}">
                  <a16:creationId xmlns:a16="http://schemas.microsoft.com/office/drawing/2014/main" xmlns="" id="{0C62F6D4-6ACE-4392-BB21-610A02AC9523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Context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등록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</a:t>
              </a: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xmlns="" id="{78EF075B-A44C-4209-A51C-EDCEFABD142F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57" name="이등변 삼각형 56">
                <a:extLst>
                  <a:ext uri="{FF2B5EF4-FFF2-40B4-BE49-F238E27FC236}">
                    <a16:creationId xmlns:a16="http://schemas.microsoft.com/office/drawing/2014/main" xmlns="" id="{AD56D67C-86D2-4806-87BE-47899648F49A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xmlns="" id="{BF3223E5-D344-4FDE-9AE5-D6D9C293A6D1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xmlns="" id="{4114F9B7-1B9B-4646-BE22-FB6256A93E96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16834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xmlns="" id="{49134D97-49E9-4385-9F25-B236DEC1CEF0}"/>
              </a:ext>
            </a:extLst>
          </p:cNvPr>
          <p:cNvGrpSpPr/>
          <p:nvPr/>
        </p:nvGrpSpPr>
        <p:grpSpPr>
          <a:xfrm>
            <a:off x="0" y="3933056"/>
            <a:ext cx="9906000" cy="2000435"/>
            <a:chOff x="0" y="2428782"/>
            <a:chExt cx="9906000" cy="2000435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xmlns="" id="{C2536E77-39B7-4CC3-A9C9-24B5EEAC2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428782"/>
              <a:ext cx="9906000" cy="2000435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xmlns="" id="{36ED35FF-1B04-44BD-A58C-CD591A331752}"/>
                </a:ext>
              </a:extLst>
            </p:cNvPr>
            <p:cNvSpPr/>
            <p:nvPr/>
          </p:nvSpPr>
          <p:spPr>
            <a:xfrm>
              <a:off x="488504" y="3861048"/>
              <a:ext cx="9417496" cy="5040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xmlns="" id="{BCA03FFC-18F6-4B46-B3D3-93F803E027D0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xmlns="" id="{0D22E3E5-EC07-4F02-ACBD-AFBEC1197B42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37" name="제목 1">
              <a:extLst>
                <a:ext uri="{FF2B5EF4-FFF2-40B4-BE49-F238E27FC236}">
                  <a16:creationId xmlns:a16="http://schemas.microsoft.com/office/drawing/2014/main" xmlns="" id="{B74B44BD-96B1-4FE2-94D0-156E5559C903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DBCP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설정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xmlns="" id="{50B3332D-0F8A-443C-BC5D-69CBE0EF9382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39" name="이등변 삼각형 38">
                <a:extLst>
                  <a:ext uri="{FF2B5EF4-FFF2-40B4-BE49-F238E27FC236}">
                    <a16:creationId xmlns:a16="http://schemas.microsoft.com/office/drawing/2014/main" xmlns="" id="{893B8B89-8A66-4AA5-B8DD-0F617DFF5605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41" name="직사각형 40">
                <a:extLst>
                  <a:ext uri="{FF2B5EF4-FFF2-40B4-BE49-F238E27FC236}">
                    <a16:creationId xmlns:a16="http://schemas.microsoft.com/office/drawing/2014/main" xmlns="" id="{A446E445-ECE3-4D77-B0F3-C9B7A91A565A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xmlns="" id="{0B66C435-83E7-49FA-BF45-7236D325E650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552B7C5-5A1E-493D-A6EC-51B3EBDEDBDC}"/>
              </a:ext>
            </a:extLst>
          </p:cNvPr>
          <p:cNvSpPr txBox="1"/>
          <p:nvPr/>
        </p:nvSpPr>
        <p:spPr>
          <a:xfrm>
            <a:off x="344488" y="1101380"/>
            <a:ext cx="92170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6. </a:t>
            </a:r>
            <a:r>
              <a:rPr lang="ko-KR" altLang="en-US" sz="1500" b="1" dirty="0">
                <a:solidFill>
                  <a:srgbClr val="11264F"/>
                </a:solidFill>
              </a:rPr>
              <a:t>오라클 </a:t>
            </a:r>
            <a:r>
              <a:rPr lang="en-US" altLang="ko-KR" sz="1500" b="1" dirty="0">
                <a:solidFill>
                  <a:srgbClr val="11264F"/>
                </a:solidFill>
              </a:rPr>
              <a:t>DBCP </a:t>
            </a:r>
            <a:r>
              <a:rPr lang="ko-KR" altLang="en-US" sz="1500" b="1" dirty="0">
                <a:solidFill>
                  <a:srgbClr val="11264F"/>
                </a:solidFill>
              </a:rPr>
              <a:t>방식을 사용하기 위해 해당 프로젝트 </a:t>
            </a:r>
            <a:r>
              <a:rPr lang="en-US" altLang="ko-KR" sz="1500" b="1" dirty="0">
                <a:solidFill>
                  <a:srgbClr val="11264F"/>
                </a:solidFill>
              </a:rPr>
              <a:t>Context</a:t>
            </a:r>
            <a:r>
              <a:rPr lang="ko-KR" altLang="en-US" sz="1500" b="1" dirty="0">
                <a:solidFill>
                  <a:srgbClr val="11264F"/>
                </a:solidFill>
              </a:rPr>
              <a:t>내에 설정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&lt;Resource auth="Container"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driverClassName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oracle.jdbc.driver.OracleDriver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maxActive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="100"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maxIdle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="30"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maxWait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="10000" name="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jdbc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/oracle" password="team3" type="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javax.sql.DataSource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url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jdbc:oracle:thin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:@localhost:1521:orcl" username="team3"/&gt; </a:t>
            </a:r>
          </a:p>
          <a:p>
            <a:pPr latinLnBrk="1"/>
            <a:endParaRPr lang="en-US" altLang="ko-KR" sz="500" b="1" i="0" u="none" dirty="0">
              <a:solidFill>
                <a:srgbClr val="11264F"/>
              </a:solidFill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500" b="1" dirty="0">
                <a:solidFill>
                  <a:srgbClr val="FF0000"/>
                </a:solidFill>
              </a:rPr>
              <a:t>* username</a:t>
            </a:r>
            <a:r>
              <a:rPr lang="ko-KR" altLang="en-US" sz="1500" b="1" dirty="0">
                <a:solidFill>
                  <a:srgbClr val="FF0000"/>
                </a:solidFill>
              </a:rPr>
              <a:t>과 </a:t>
            </a:r>
            <a:r>
              <a:rPr lang="en-US" altLang="ko-KR" sz="1500" b="1" dirty="0">
                <a:solidFill>
                  <a:srgbClr val="FF0000"/>
                </a:solidFill>
              </a:rPr>
              <a:t>password</a:t>
            </a:r>
            <a:r>
              <a:rPr lang="ko-KR" altLang="en-US" sz="1500" b="1" dirty="0">
                <a:solidFill>
                  <a:srgbClr val="FF0000"/>
                </a:solidFill>
              </a:rPr>
              <a:t>는 자신의 오라클 아이디와 비밀번호에 맞게 수정 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xmlns="" id="{05797723-4A32-45A2-9CD6-872AB64A7EFA}"/>
              </a:ext>
            </a:extLst>
          </p:cNvPr>
          <p:cNvGrpSpPr/>
          <p:nvPr/>
        </p:nvGrpSpPr>
        <p:grpSpPr>
          <a:xfrm>
            <a:off x="6663658" y="2958965"/>
            <a:ext cx="3057525" cy="1390650"/>
            <a:chOff x="6663658" y="2082415"/>
            <a:chExt cx="3057525" cy="1390650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xmlns="" id="{F9FB2E71-7794-4E2A-BF54-6C1272666D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63658" y="2082415"/>
              <a:ext cx="3057525" cy="13906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xmlns="" id="{7AABFB41-5444-4BEB-8484-6611AD149678}"/>
                </a:ext>
              </a:extLst>
            </p:cNvPr>
            <p:cNvSpPr/>
            <p:nvPr/>
          </p:nvSpPr>
          <p:spPr>
            <a:xfrm>
              <a:off x="7041232" y="2924944"/>
              <a:ext cx="1348946" cy="216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37505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4080F042-9E10-4B8F-90FE-B73873EF2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332" y="2204864"/>
            <a:ext cx="7977336" cy="42930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02D13D8-6138-4FE4-8D22-4ACDB86554E1}"/>
              </a:ext>
            </a:extLst>
          </p:cNvPr>
          <p:cNvSpPr txBox="1"/>
          <p:nvPr/>
        </p:nvSpPr>
        <p:spPr>
          <a:xfrm>
            <a:off x="344488" y="1101380"/>
            <a:ext cx="921702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7. </a:t>
            </a:r>
            <a:r>
              <a:rPr lang="ko-KR" altLang="en-US" sz="1500" b="1" dirty="0">
                <a:solidFill>
                  <a:srgbClr val="11264F"/>
                </a:solidFill>
              </a:rPr>
              <a:t>위의 세팅을 하고 </a:t>
            </a:r>
            <a:r>
              <a:rPr lang="en-US" altLang="ko-KR" sz="1500" b="1" dirty="0" err="1">
                <a:solidFill>
                  <a:srgbClr val="11264F"/>
                </a:solidFill>
              </a:rPr>
              <a:t>login.jsp</a:t>
            </a:r>
            <a:r>
              <a:rPr lang="ko-KR" altLang="en-US" sz="1500" b="1" dirty="0">
                <a:solidFill>
                  <a:srgbClr val="11264F"/>
                </a:solidFill>
              </a:rPr>
              <a:t>를 켜서 </a:t>
            </a:r>
            <a:r>
              <a:rPr lang="en-US" altLang="ko-KR" sz="1500" b="1" dirty="0">
                <a:solidFill>
                  <a:srgbClr val="11264F"/>
                </a:solidFill>
              </a:rPr>
              <a:t>Ctrl + F11</a:t>
            </a:r>
            <a:r>
              <a:rPr lang="ko-KR" altLang="en-US" sz="1500" b="1" dirty="0">
                <a:solidFill>
                  <a:srgbClr val="11264F"/>
                </a:solidFill>
              </a:rPr>
              <a:t>을 눌러 실행하면 아래와 같은 화면이 출력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endParaRPr lang="en-US" altLang="ko-KR" sz="500" b="1" dirty="0">
              <a:solidFill>
                <a:srgbClr val="11264F"/>
              </a:solidFill>
            </a:endParaRPr>
          </a:p>
          <a:p>
            <a:pPr latinLnBrk="1"/>
            <a:r>
              <a:rPr lang="ko-KR" altLang="en-US" sz="1500" b="1" dirty="0">
                <a:solidFill>
                  <a:srgbClr val="C00000"/>
                </a:solidFill>
              </a:rPr>
              <a:t>관리자사이트</a:t>
            </a:r>
            <a:r>
              <a:rPr lang="en-US" altLang="ko-KR" sz="1500" b="1" dirty="0">
                <a:solidFill>
                  <a:srgbClr val="C00000"/>
                </a:solidFill>
              </a:rPr>
              <a:t>) </a:t>
            </a:r>
            <a:r>
              <a:rPr lang="ko-KR" altLang="en-US" sz="1500" b="1" dirty="0">
                <a:solidFill>
                  <a:srgbClr val="C00000"/>
                </a:solidFill>
              </a:rPr>
              <a:t>관리자 아이디 </a:t>
            </a:r>
            <a:r>
              <a:rPr lang="en-US" altLang="ko-KR" sz="1500" b="1" dirty="0">
                <a:solidFill>
                  <a:srgbClr val="C00000"/>
                </a:solidFill>
              </a:rPr>
              <a:t>11111111 / </a:t>
            </a:r>
            <a:r>
              <a:rPr lang="ko-KR" altLang="en-US" sz="1500" b="1" dirty="0">
                <a:solidFill>
                  <a:srgbClr val="C00000"/>
                </a:solidFill>
              </a:rPr>
              <a:t>비밀번호 </a:t>
            </a:r>
            <a:r>
              <a:rPr lang="en-US" altLang="ko-KR" sz="1500" b="1" dirty="0">
                <a:solidFill>
                  <a:srgbClr val="C00000"/>
                </a:solidFill>
              </a:rPr>
              <a:t>test</a:t>
            </a:r>
          </a:p>
          <a:p>
            <a:pPr latinLnBrk="1"/>
            <a:r>
              <a:rPr lang="ko-KR" altLang="en-US" sz="1500" b="1" dirty="0">
                <a:solidFill>
                  <a:srgbClr val="C00000"/>
                </a:solidFill>
              </a:rPr>
              <a:t>학생사이트</a:t>
            </a:r>
            <a:r>
              <a:rPr lang="en-US" altLang="ko-KR" sz="1500" b="1" dirty="0">
                <a:solidFill>
                  <a:srgbClr val="C00000"/>
                </a:solidFill>
              </a:rPr>
              <a:t>) </a:t>
            </a:r>
            <a:r>
              <a:rPr lang="ko-KR" altLang="en-US" sz="1500" b="1" dirty="0">
                <a:solidFill>
                  <a:srgbClr val="C00000"/>
                </a:solidFill>
              </a:rPr>
              <a:t>학생 아이디 </a:t>
            </a:r>
            <a:r>
              <a:rPr lang="en-US" altLang="ko-KR" sz="1500" b="1" dirty="0">
                <a:solidFill>
                  <a:srgbClr val="C00000"/>
                </a:solidFill>
              </a:rPr>
              <a:t>20201350 / </a:t>
            </a:r>
            <a:r>
              <a:rPr lang="ko-KR" altLang="en-US" sz="1500" b="1" dirty="0">
                <a:solidFill>
                  <a:srgbClr val="C00000"/>
                </a:solidFill>
              </a:rPr>
              <a:t>비밀번호 </a:t>
            </a:r>
            <a:r>
              <a:rPr lang="en-US" altLang="ko-KR" sz="1500" b="1" dirty="0">
                <a:solidFill>
                  <a:srgbClr val="C00000"/>
                </a:solidFill>
              </a:rPr>
              <a:t>test</a:t>
            </a:r>
            <a:endParaRPr lang="ko-KR" altLang="en-US" sz="1500" b="1" dirty="0">
              <a:solidFill>
                <a:srgbClr val="C00000"/>
              </a:solidFill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xmlns="" id="{BA12588A-BB9B-4FE1-B440-EA4EE68F96F6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xmlns="" id="{6DC25C22-5EB6-4812-8E29-258DAF3959C7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9" name="제목 1">
              <a:extLst>
                <a:ext uri="{FF2B5EF4-FFF2-40B4-BE49-F238E27FC236}">
                  <a16:creationId xmlns:a16="http://schemas.microsoft.com/office/drawing/2014/main" xmlns="" id="{C81F722D-4B48-4A95-A641-3D56FBE60117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실행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xmlns="" id="{6DEA7B62-5DEE-4EE9-A8EB-E3A373FDC016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1" name="이등변 삼각형 20">
                <a:extLst>
                  <a:ext uri="{FF2B5EF4-FFF2-40B4-BE49-F238E27FC236}">
                    <a16:creationId xmlns:a16="http://schemas.microsoft.com/office/drawing/2014/main" xmlns="" id="{1D75FF35-DF76-4C2A-A720-005470377A80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xmlns="" id="{A4BD2A69-33B3-4865-9710-719F50992A4B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xmlns="" id="{F7FFE4C3-D2BB-4179-91BF-B1B6D13E0D10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5446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xmlns="" id="{E1179556-964B-4E07-B182-4D60B4322A8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6286"/>
          <a:stretch/>
        </p:blipFill>
        <p:spPr>
          <a:xfrm>
            <a:off x="0" y="4553210"/>
            <a:ext cx="9906000" cy="2107254"/>
          </a:xfrm>
          <a:prstGeom prst="rect">
            <a:avLst/>
          </a:prstGeom>
          <a:ln>
            <a:solidFill>
              <a:srgbClr val="11264F"/>
            </a:solidFill>
          </a:ln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xmlns="" id="{6DBFD39B-C829-4D4A-8E94-3E8CCC4A1296}"/>
              </a:ext>
            </a:extLst>
          </p:cNvPr>
          <p:cNvGrpSpPr/>
          <p:nvPr/>
        </p:nvGrpSpPr>
        <p:grpSpPr>
          <a:xfrm>
            <a:off x="0" y="1551025"/>
            <a:ext cx="9906000" cy="1800200"/>
            <a:chOff x="0" y="1844824"/>
            <a:chExt cx="9906000" cy="18002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xmlns="" id="{2C3A9987-D64D-4E29-A012-669C49D93B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892"/>
            <a:stretch/>
          </p:blipFill>
          <p:spPr>
            <a:xfrm>
              <a:off x="0" y="1844824"/>
              <a:ext cx="9906000" cy="1800200"/>
            </a:xfrm>
            <a:prstGeom prst="rect">
              <a:avLst/>
            </a:prstGeom>
            <a:ln>
              <a:solidFill>
                <a:srgbClr val="11264F"/>
              </a:solidFill>
            </a:ln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xmlns="" id="{93ED233C-CC5A-46A7-957C-E4CC43B64746}"/>
                </a:ext>
              </a:extLst>
            </p:cNvPr>
            <p:cNvSpPr/>
            <p:nvPr/>
          </p:nvSpPr>
          <p:spPr>
            <a:xfrm>
              <a:off x="1447850" y="3307404"/>
              <a:ext cx="1512168" cy="3376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xmlns="" id="{7FAC8393-563B-418C-BEFF-09FC20CE0D51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xmlns="" id="{6DC10676-AFA7-4919-8098-F90CEB0093D7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xmlns="" id="{2A0BFE42-5891-41B3-A036-C0789212DC2F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01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02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오라클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- Data Import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xmlns="" id="{CF670AC7-9B38-4339-B12F-7C6ED3D29482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7" name="이등변 삼각형 26">
                <a:extLst>
                  <a:ext uri="{FF2B5EF4-FFF2-40B4-BE49-F238E27FC236}">
                    <a16:creationId xmlns:a16="http://schemas.microsoft.com/office/drawing/2014/main" xmlns="" id="{F04592E1-168A-4AD5-856D-2AA4CFB83F3C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xmlns="" id="{7EF9529F-4C3C-465C-8818-EE64707F7F64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xmlns="" id="{1FFB07C4-BEEA-4C34-BD07-4DF2FC57F351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xmlns="" id="{60DEF396-9EAC-495D-A199-BBB48A79C245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5_team3.sql : </a:t>
            </a:r>
            <a:r>
              <a:rPr lang="ko-KR" altLang="en-US" sz="1500" b="1" dirty="0">
                <a:solidFill>
                  <a:srgbClr val="11264F"/>
                </a:solidFill>
              </a:rPr>
              <a:t>학사관리시스템에 필요한 테이블이나 데이터에 대한 쿼리가 담긴 스크립트 파일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xmlns="" id="{68F47B68-6635-4563-A1BF-F5E30339444D}"/>
              </a:ext>
            </a:extLst>
          </p:cNvPr>
          <p:cNvSpPr txBox="1"/>
          <p:nvPr/>
        </p:nvSpPr>
        <p:spPr>
          <a:xfrm>
            <a:off x="344488" y="3940448"/>
            <a:ext cx="92170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</a:t>
            </a:r>
            <a:r>
              <a:rPr lang="en-US" altLang="ko-KR" sz="1500" b="1" dirty="0" err="1">
                <a:solidFill>
                  <a:srgbClr val="11264F"/>
                </a:solidFill>
              </a:rPr>
              <a:t>sql</a:t>
            </a:r>
            <a:r>
              <a:rPr lang="ko-KR" altLang="en-US" sz="1500" b="1" dirty="0">
                <a:solidFill>
                  <a:srgbClr val="11264F"/>
                </a:solidFill>
              </a:rPr>
              <a:t> 작성시트에 아래와 같이 입력하면 </a:t>
            </a:r>
            <a:r>
              <a:rPr lang="en-US" altLang="ko-KR" sz="1500" b="1" dirty="0">
                <a:solidFill>
                  <a:srgbClr val="11264F"/>
                </a:solidFill>
              </a:rPr>
              <a:t>5_team3_sql</a:t>
            </a:r>
            <a:r>
              <a:rPr lang="ko-KR" altLang="en-US" sz="1500" b="1" dirty="0">
                <a:solidFill>
                  <a:srgbClr val="11264F"/>
                </a:solidFill>
              </a:rPr>
              <a:t>에 있는 쿼리가 실행되어 테이블과 데이터가 삽입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@</a:t>
            </a:r>
            <a:r>
              <a:rPr lang="ko-KR" altLang="en-US" sz="1500" b="1" dirty="0">
                <a:solidFill>
                  <a:srgbClr val="11264F"/>
                </a:solidFill>
              </a:rPr>
              <a:t>파일위치</a:t>
            </a:r>
            <a:r>
              <a:rPr lang="en-US" altLang="ko-KR" sz="1500" b="1" dirty="0">
                <a:solidFill>
                  <a:srgbClr val="11264F"/>
                </a:solidFill>
              </a:rPr>
              <a:t>\5_team3.sql;</a:t>
            </a:r>
            <a:endParaRPr lang="ko-KR" altLang="en-US" sz="15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4004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xmlns="" id="{D5DC0CAD-3D03-4B34-8883-F99CAA088979}"/>
              </a:ext>
            </a:extLst>
          </p:cNvPr>
          <p:cNvGrpSpPr/>
          <p:nvPr/>
        </p:nvGrpSpPr>
        <p:grpSpPr>
          <a:xfrm>
            <a:off x="2144688" y="764704"/>
            <a:ext cx="5616624" cy="722198"/>
            <a:chOff x="2144688" y="2703007"/>
            <a:chExt cx="5616624" cy="72219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A52EBF5A-913C-4EFA-B0EE-3AB52538E2B7}"/>
                </a:ext>
              </a:extLst>
            </p:cNvPr>
            <p:cNvSpPr txBox="1"/>
            <p:nvPr/>
          </p:nvSpPr>
          <p:spPr>
            <a:xfrm>
              <a:off x="3008784" y="2763301"/>
              <a:ext cx="475252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rgbClr val="11264F"/>
                  </a:solidFill>
                </a:rPr>
                <a:t>Team3 GitHub Site</a:t>
              </a:r>
            </a:p>
            <a:p>
              <a:r>
                <a:rPr lang="en-US" altLang="ko-KR" b="1" dirty="0">
                  <a:solidFill>
                    <a:srgbClr val="11264F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xmlns="" val="tx"/>
                      </a:ext>
                    </a:extLst>
                  </a:hlinkClick>
                </a:rPr>
                <a:t>https://github.com/ojiyeon/Team3_2</a:t>
              </a:r>
              <a:endParaRPr lang="ko-KR" altLang="en-US" b="1" dirty="0">
                <a:solidFill>
                  <a:srgbClr val="11264F"/>
                </a:solidFill>
              </a:endParaRP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xmlns="" id="{A9965C86-838B-44E9-A1B8-155941F2A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4688" y="2703007"/>
              <a:ext cx="722198" cy="722198"/>
            </a:xfrm>
            <a:prstGeom prst="rect">
              <a:avLst/>
            </a:prstGeom>
          </p:spPr>
        </p:pic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xmlns="" id="{DCFF5221-02AC-4960-A429-FA2032CCBE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987" y="1949921"/>
            <a:ext cx="8582025" cy="4143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FDDB296-5407-44AA-9FDD-C17C6A0D8040}"/>
              </a:ext>
            </a:extLst>
          </p:cNvPr>
          <p:cNvSpPr txBox="1"/>
          <p:nvPr/>
        </p:nvSpPr>
        <p:spPr>
          <a:xfrm>
            <a:off x="344488" y="6135696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500" b="1" dirty="0">
                <a:solidFill>
                  <a:srgbClr val="11264F"/>
                </a:solidFill>
              </a:rPr>
              <a:t>ver.1</a:t>
            </a:r>
            <a:r>
              <a:rPr lang="ko-KR" altLang="en-US" sz="1500" b="1" dirty="0">
                <a:solidFill>
                  <a:srgbClr val="11264F"/>
                </a:solidFill>
              </a:rPr>
              <a:t>은 게시글 작성 시 글자만 쓸 수 있고 </a:t>
            </a:r>
            <a:r>
              <a:rPr lang="en-US" altLang="ko-KR" sz="1500" b="1" dirty="0">
                <a:solidFill>
                  <a:srgbClr val="11264F"/>
                </a:solidFill>
              </a:rPr>
              <a:t>ver.2</a:t>
            </a:r>
            <a:r>
              <a:rPr lang="ko-KR" altLang="en-US" sz="1500" b="1" dirty="0">
                <a:solidFill>
                  <a:srgbClr val="11264F"/>
                </a:solidFill>
              </a:rPr>
              <a:t>는 </a:t>
            </a:r>
            <a:r>
              <a:rPr lang="en-US" altLang="ko-KR" sz="1500" b="1" dirty="0" err="1">
                <a:solidFill>
                  <a:srgbClr val="11264F"/>
                </a:solidFill>
              </a:rPr>
              <a:t>summernote</a:t>
            </a:r>
            <a:r>
              <a:rPr lang="en-US" altLang="ko-KR" sz="1500" b="1" dirty="0">
                <a:solidFill>
                  <a:srgbClr val="11264F"/>
                </a:solidFill>
              </a:rPr>
              <a:t> API</a:t>
            </a:r>
            <a:r>
              <a:rPr lang="ko-KR" altLang="en-US" sz="1500" b="1" dirty="0">
                <a:solidFill>
                  <a:srgbClr val="11264F"/>
                </a:solidFill>
              </a:rPr>
              <a:t>를 이용하여 다양한 기능을 제공</a:t>
            </a:r>
            <a:endParaRPr lang="ko-KR" altLang="en-US" sz="15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7299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0" y="2440207"/>
            <a:ext cx="9905610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6100" b="1" dirty="0">
                <a:solidFill>
                  <a:schemeClr val="bg1"/>
                </a:solidFill>
                <a:latin typeface="+mn-ea"/>
                <a:ea typeface="+mn-ea"/>
              </a:rPr>
              <a:t> </a:t>
            </a:r>
            <a:r>
              <a:rPr lang="ko-KR" altLang="en-US" sz="6100" b="1" dirty="0">
                <a:solidFill>
                  <a:schemeClr val="bg1"/>
                </a:solidFill>
                <a:latin typeface="+mn-ea"/>
                <a:ea typeface="+mn-ea"/>
              </a:rPr>
              <a:t>감사합니다</a:t>
            </a:r>
            <a:endParaRPr lang="en-US" sz="61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0" y="2362591"/>
            <a:ext cx="990561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rgbClr val="DDDDDD"/>
              </a:solidFill>
            </a:endParaRP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0" y="3837722"/>
            <a:ext cx="990561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rgbClr val="DDDDDD"/>
              </a:solidFill>
            </a:endParaRPr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0" y="1810699"/>
            <a:ext cx="9905610" cy="551892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3200" b="1" dirty="0">
                <a:solidFill>
                  <a:srgbClr val="DDDDDD"/>
                </a:solidFill>
                <a:latin typeface="+mn-ea"/>
                <a:ea typeface="+mn-ea"/>
              </a:rPr>
              <a:t> </a:t>
            </a:r>
            <a:r>
              <a:rPr lang="en-US" altLang="ko-KR" sz="2800" b="1" dirty="0">
                <a:solidFill>
                  <a:srgbClr val="FFCC00"/>
                </a:solidFill>
                <a:latin typeface="+mn-ea"/>
                <a:ea typeface="+mn-ea"/>
              </a:rPr>
              <a:t>Team3</a:t>
            </a:r>
            <a:endParaRPr lang="en-US" sz="28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540503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값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기본값 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2030</TotalTime>
  <Words>332</Words>
  <Application>Microsoft Office PowerPoint</Application>
  <PresentationFormat>A4 용지(210x297mm)</PresentationFormat>
  <Paragraphs>64</Paragraphs>
  <Slides>10</Slides>
  <Notes>9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2" baseType="lpstr">
      <vt:lpstr>기본값</vt:lpstr>
      <vt:lpstr>기본값 1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Team3</dc:title>
  <dc:creator>allbonheur</dc:creator>
  <cp:lastModifiedBy>LOfv</cp:lastModifiedBy>
  <cp:revision>331</cp:revision>
  <dcterms:modified xsi:type="dcterms:W3CDTF">2020-10-28T13:06:46Z</dcterms:modified>
</cp:coreProperties>
</file>