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4"/>
  </p:notesMasterIdLst>
  <p:handoutMasterIdLst>
    <p:handoutMasterId r:id="rId15"/>
  </p:handoutMasterIdLst>
  <p:sldIdLst>
    <p:sldId id="293" r:id="rId3"/>
    <p:sldId id="303" r:id="rId4"/>
    <p:sldId id="313" r:id="rId5"/>
    <p:sldId id="314" r:id="rId6"/>
    <p:sldId id="296" r:id="rId7"/>
    <p:sldId id="306" r:id="rId8"/>
    <p:sldId id="307" r:id="rId9"/>
    <p:sldId id="308" r:id="rId10"/>
    <p:sldId id="310" r:id="rId11"/>
    <p:sldId id="305" r:id="rId12"/>
    <p:sldId id="299" r:id="rId13"/>
  </p:sldIdLst>
  <p:sldSz cx="9906000" cy="6858000" type="A4"/>
  <p:notesSz cx="6858000" cy="9144000"/>
  <p:defaultTextStyle>
    <a:defPPr>
      <a:defRPr lang="ko-KR"/>
    </a:defPPr>
    <a:lvl1pPr marL="0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1pPr>
    <a:lvl2pPr marL="515774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2pPr>
    <a:lvl3pPr marL="1031547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3pPr>
    <a:lvl4pPr marL="1547321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4pPr>
    <a:lvl5pPr marL="2063094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5pPr>
    <a:lvl6pPr marL="2578868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6pPr>
    <a:lvl7pPr marL="3094641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7pPr>
    <a:lvl8pPr marL="3610415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8pPr>
    <a:lvl9pPr marL="4126188" algn="l" defTabSz="1031547" rtl="0" eaLnBrk="1" latinLnBrk="1" hangingPunct="1">
      <a:defRPr sz="2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1264F"/>
    <a:srgbClr val="DDDDDD"/>
    <a:srgbClr val="FFCC00"/>
    <a:srgbClr val="000000"/>
    <a:srgbClr val="EEEEEE"/>
    <a:srgbClr val="FFFF00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7705" autoAdjust="0"/>
  </p:normalViewPr>
  <p:slideViewPr>
    <p:cSldViewPr>
      <p:cViewPr varScale="1">
        <p:scale>
          <a:sx n="100" d="100"/>
          <a:sy n="100" d="100"/>
        </p:scale>
        <p:origin x="1674" y="90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5" d="100"/>
          <a:sy n="85" d="100"/>
        </p:scale>
        <p:origin x="-3786" y="-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Ctr="0" compatLnSpc="0"/>
          <a:lstStyle/>
          <a:p>
            <a:pPr hangingPunct="0">
              <a:defRPr sz="1400"/>
            </a:pPr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3" name="날짜 개체 틀 2"/>
          <p:cNvSpPr txBox="1">
            <a:spLocks noGrp="1"/>
          </p:cNvSpPr>
          <p:nvPr>
            <p:ph type="dt" sz="quarter" idx="1"/>
          </p:nvPr>
        </p:nvSpPr>
        <p:spPr>
          <a:xfrm>
            <a:off x="3881795" y="0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Ctr="0" compatLnSpc="0"/>
          <a:lstStyle/>
          <a:p>
            <a:pPr algn="r" hangingPunct="0">
              <a:defRPr sz="1400"/>
            </a:pPr>
            <a:fld id="{E6C08ABE-5F13-43E3-BC60-E268A55D9601}" type="datetimeFigureOut">
              <a:t>2020-10-29</a:t>
            </a:fld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4" name="바닥글 개체 틀 3"/>
          <p:cNvSpPr txBox="1">
            <a:spLocks noGrp="1"/>
          </p:cNvSpPr>
          <p:nvPr>
            <p:ph type="ftr" sz="quarter" idx="2"/>
          </p:nvPr>
        </p:nvSpPr>
        <p:spPr>
          <a:xfrm>
            <a:off x="0" y="8686952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="b" anchorCtr="0" compatLnSpc="0"/>
          <a:lstStyle/>
          <a:p>
            <a:pPr hangingPunct="0">
              <a:defRPr sz="1400"/>
            </a:pPr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  <p:sp>
        <p:nvSpPr>
          <p:cNvPr id="5" name="슬라이드 번호 개체 틀 4"/>
          <p:cNvSpPr txBox="1">
            <a:spLocks noGrp="1"/>
          </p:cNvSpPr>
          <p:nvPr>
            <p:ph type="sldNum" sz="quarter" idx="3"/>
          </p:nvPr>
        </p:nvSpPr>
        <p:spPr>
          <a:xfrm>
            <a:off x="3881795" y="8686952"/>
            <a:ext cx="2976173" cy="456900"/>
          </a:xfrm>
          <a:prstGeom prst="rect">
            <a:avLst/>
          </a:prstGeom>
          <a:noFill/>
          <a:ln>
            <a:noFill/>
          </a:ln>
        </p:spPr>
        <p:txBody>
          <a:bodyPr vert="horz" wrap="none" lIns="78903" tIns="39452" rIns="78903" bIns="39452" anchor="b" anchorCtr="0" compatLnSpc="0"/>
          <a:lstStyle/>
          <a:p>
            <a:pPr algn="r" hangingPunct="0">
              <a:defRPr sz="1400"/>
            </a:pPr>
            <a:fld id="{226C8861-5BFE-4CB6-82AC-7608D6B2D6EB}" type="slidenum">
              <a:t>‹#›</a:t>
            </a:fld>
            <a:endParaRPr lang="en-US" sz="1200">
              <a:latin typeface="굴림" pitchFamily="18"/>
              <a:ea typeface="굴림" pitchFamily="2"/>
              <a:cs typeface="Arial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194429874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 idx="2"/>
          </p:nvPr>
        </p:nvSpPr>
        <p:spPr>
          <a:xfrm>
            <a:off x="884238" y="812800"/>
            <a:ext cx="5789612" cy="4008438"/>
          </a:xfrm>
          <a:prstGeom prst="rect">
            <a:avLst/>
          </a:prstGeom>
          <a:noFill/>
          <a:ln>
            <a:noFill/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3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/>
          <a:p>
            <a:endParaRPr lang="en-US" altLang="ko-KR"/>
          </a:p>
        </p:txBody>
      </p:sp>
      <p:sp>
        <p:nvSpPr>
          <p:cNvPr id="4" name="머리글 개체 틀 3"/>
          <p:cNvSpPr txBox="1">
            <a:spLocks noGrp="1"/>
          </p:cNvSpPr>
          <p:nvPr>
            <p:ph type="hdr" sz="quarte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/>
          <a:lstStyle>
            <a:lvl1pPr lvl="0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날짜 개체 틀 4"/>
          <p:cNvSpPr txBox="1"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Ctr="0"/>
          <a:lstStyle>
            <a:lvl1pPr lvl="0" algn="r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A0E482DD-7811-4471-970D-246AE5BBFD59}" type="datetimeFigureOut">
              <a:t>2020-10-29</a:t>
            </a:fld>
            <a:endParaRPr lang="en-US"/>
          </a:p>
        </p:txBody>
      </p:sp>
      <p:sp>
        <p:nvSpPr>
          <p:cNvPr id="6" name="바닥글 개체 틀 5"/>
          <p:cNvSpPr txBox="1">
            <a:spLocks noGrp="1"/>
          </p:cNvSpPr>
          <p:nvPr>
            <p:ph type="ftr" sz="quarte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/>
          <a:lstStyle>
            <a:lvl1pPr lvl="0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슬라이드 번호 개체 틀 6"/>
          <p:cNvSpPr txBox="1">
            <a:spLocks noGrp="1"/>
          </p:cNvSpPr>
          <p:nvPr>
            <p:ph type="sldNum" sz="quarter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b" anchorCtr="0"/>
          <a:lstStyle>
            <a:lvl1pPr lvl="0" algn="r" rtl="0" hangingPunct="0">
              <a:buNone/>
              <a:tabLst/>
              <a:defRPr lang="en-US" sz="14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D18D7664-14FA-449D-8BB7-BC47658399D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2298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243672" marR="0" indent="-243672" rtl="0" hangingPunct="0">
      <a:tabLst/>
      <a:defRPr lang="en-US" altLang="ko-KR" sz="2300" b="0" i="0" u="none" strike="noStrike" kern="1200">
        <a:ln>
          <a:noFill/>
        </a:ln>
        <a:latin typeface="굴림" pitchFamily="18"/>
        <a:ea typeface="굴림" pitchFamily="2"/>
        <a:cs typeface="Arial" pitchFamily="2"/>
      </a:defRPr>
    </a:lvl1pPr>
    <a:lvl2pPr marL="515774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1031547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1547321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2063094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578868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094641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610415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126188" algn="l" defTabSz="1031547" rtl="0" eaLnBrk="1" latinLnBrk="1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884238" y="812800"/>
            <a:ext cx="5789612" cy="4008438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Ddd</a:t>
            </a:r>
            <a:endParaRPr lang="en-US" altLang="ko-KR" dirty="0"/>
          </a:p>
          <a:p>
            <a:r>
              <a:rPr lang="en-US" altLang="ko-KR" dirty="0"/>
              <a:t>221 221 221</a:t>
            </a:r>
          </a:p>
          <a:p>
            <a:endParaRPr lang="en-US" altLang="ko-KR" dirty="0"/>
          </a:p>
          <a:p>
            <a:r>
              <a:rPr lang="en-US" altLang="ko-KR" dirty="0"/>
              <a:t>11264f</a:t>
            </a:r>
          </a:p>
          <a:p>
            <a:r>
              <a:rPr lang="en-US" altLang="ko-KR" dirty="0"/>
              <a:t>17 38 79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920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6896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004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5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6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7953991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7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0455459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8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9679105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9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3634174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 noResize="1"/>
          </p:cNvSpPr>
          <p:nvPr>
            <p:ph type="sldImg"/>
          </p:nvPr>
        </p:nvSpPr>
        <p:spPr>
          <a:xfrm>
            <a:off x="952500" y="685800"/>
            <a:ext cx="4953000" cy="3429000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슬라이드 노트 개체 틀 2"/>
          <p:cNvSpPr txBox="1">
            <a:spLocks noGrp="1"/>
          </p:cNvSpPr>
          <p:nvPr>
            <p:ph type="body" sz="quarter" idx="1"/>
          </p:nvPr>
        </p:nvSpPr>
        <p:spPr>
          <a:xfrm>
            <a:off x="685799" y="4343400"/>
            <a:ext cx="5486040" cy="4114440"/>
          </a:xfrm>
        </p:spPr>
        <p:txBody>
          <a:bodyPr wrap="square" lIns="90000" tIns="45000" rIns="90000" bIns="45000" anchor="t"/>
          <a:lstStyle/>
          <a:p>
            <a:pPr lvl="0"/>
            <a:endParaRPr lang="en-US" dirty="0"/>
          </a:p>
        </p:txBody>
      </p:sp>
      <p:sp>
        <p:nvSpPr>
          <p:cNvPr id="4" name="슬라이드 번호 개체 틀 3"/>
          <p:cNvSpPr txBox="1">
            <a:spLocks noGrp="1"/>
          </p:cNvSpPr>
          <p:nvPr>
            <p:ph type="sldNum" sz="quarter" idx="8"/>
          </p:nvPr>
        </p:nvSpPr>
        <p:spPr>
          <a:xfrm>
            <a:off x="3884759" y="8685360"/>
            <a:ext cx="2971440" cy="456839"/>
          </a:xfrm>
        </p:spPr>
        <p:txBody>
          <a:bodyPr wrap="square" lIns="90000" tIns="45000" rIns="90000" bIns="45000" anchor="t"/>
          <a:lstStyle/>
          <a:p>
            <a:pPr lvl="0" algn="l" hangingPunct="1"/>
            <a:fld id="{0A4E6295-089B-4F6B-B67B-D01FCF13AFD8}" type="slidenum">
              <a:t>10</a:t>
            </a:fld>
            <a:endParaRPr lang="en-US" sz="1800">
              <a:solidFill>
                <a:srgbClr val="000000"/>
              </a:solidFill>
              <a:latin typeface="+mn-lt" pitchFamily="18"/>
              <a:ea typeface="+mn-ea" pitchFamily="2"/>
              <a:cs typeface="+mn-cs" pitchFamily="2"/>
            </a:endParaRPr>
          </a:p>
        </p:txBody>
      </p:sp>
    </p:spTree>
    <p:extLst>
      <p:ext uri="{BB962C8B-B14F-4D97-AF65-F5344CB8AC3E}">
        <p14:creationId xmlns:p14="http://schemas.microsoft.com/office/powerpoint/2010/main" val="2304067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884238" y="812800"/>
            <a:ext cx="5789612" cy="4008438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Ddd</a:t>
            </a:r>
            <a:endParaRPr lang="en-US" altLang="ko-KR" dirty="0"/>
          </a:p>
          <a:p>
            <a:r>
              <a:rPr lang="en-US" altLang="ko-KR" dirty="0"/>
              <a:t>221 221 221</a:t>
            </a:r>
          </a:p>
          <a:p>
            <a:endParaRPr lang="en-US" altLang="ko-KR" dirty="0"/>
          </a:p>
          <a:p>
            <a:r>
              <a:rPr lang="en-US" altLang="ko-KR" dirty="0"/>
              <a:t>11264f</a:t>
            </a:r>
          </a:p>
          <a:p>
            <a:r>
              <a:rPr lang="en-US" altLang="ko-KR" dirty="0"/>
              <a:t>17 38 79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lvl="0"/>
            <a:fld id="{D18D7664-14FA-449D-8BB7-BC47658399D5}" type="slidenum">
              <a:rPr lang="en-US" altLang="ko-KR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09208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15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315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473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0630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5788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0946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10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126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7A0D061-E6F2-419A-8FE2-DEB4FAFB1F3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105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25B15E8-5FBF-4EAF-AFC5-1E5B20D0923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474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4"/>
          </a:xfrm>
        </p:spPr>
        <p:txBody>
          <a:bodyPr anchor="t"/>
          <a:lstStyle>
            <a:lvl1pPr algn="l">
              <a:defRPr sz="45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15774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103154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473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0630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5788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09464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1041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1261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F6B5BA2-7B6D-4B81-B071-26FB59193D3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0901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4964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4964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F8AF13D-EE90-429E-B057-C3493BA9AF8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35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9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5" y="1535113"/>
            <a:ext cx="437859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5" y="2174875"/>
            <a:ext cx="437859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3A9CD9D-438A-4ED5-B629-422FEBA28A1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1772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CA76701B-568D-4BF8-9860-3EB9FC7DB13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34015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329A401D-9B64-421F-B3CA-ABD745A0684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42238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6" y="273049"/>
            <a:ext cx="3259006" cy="1162051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2" y="273054"/>
            <a:ext cx="5537729" cy="5853113"/>
          </a:xfrm>
        </p:spPr>
        <p:txBody>
          <a:bodyPr/>
          <a:lstStyle>
            <a:lvl1pPr>
              <a:defRPr sz="3600"/>
            </a:lvl1pPr>
            <a:lvl2pPr>
              <a:defRPr sz="3200"/>
            </a:lvl2pPr>
            <a:lvl3pPr>
              <a:defRPr sz="27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6" y="1435104"/>
            <a:ext cx="3259006" cy="46910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939473E-70C0-4B57-AAD7-CF25F3D6A8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3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600"/>
            </a:lvl1pPr>
            <a:lvl2pPr marL="515774" indent="0">
              <a:buNone/>
              <a:defRPr sz="3200"/>
            </a:lvl2pPr>
            <a:lvl3pPr marL="1031547" indent="0">
              <a:buNone/>
              <a:defRPr sz="2700"/>
            </a:lvl3pPr>
            <a:lvl4pPr marL="1547321" indent="0">
              <a:buNone/>
              <a:defRPr sz="2300"/>
            </a:lvl4pPr>
            <a:lvl5pPr marL="2063094" indent="0">
              <a:buNone/>
              <a:defRPr sz="2300"/>
            </a:lvl5pPr>
            <a:lvl6pPr marL="2578868" indent="0">
              <a:buNone/>
              <a:defRPr sz="2300"/>
            </a:lvl6pPr>
            <a:lvl7pPr marL="3094641" indent="0">
              <a:buNone/>
              <a:defRPr sz="2300"/>
            </a:lvl7pPr>
            <a:lvl8pPr marL="3610415" indent="0">
              <a:buNone/>
              <a:defRPr sz="2300"/>
            </a:lvl8pPr>
            <a:lvl9pPr marL="4126188" indent="0">
              <a:buNone/>
              <a:defRPr sz="23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41"/>
            <a:ext cx="5943600" cy="8048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776A0C3-38C4-4BC6-B74F-03B2A3FC2F91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8712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ACD5F15-E03A-4A54-A94B-4D3F4D1E3C7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786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1604964"/>
            <a:ext cx="2228850" cy="4525963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1604964"/>
            <a:ext cx="6521450" cy="4525963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3CE48FB0-A4B2-4AA8-8D2F-280CD559A140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BA152ECC-AFFA-48B5-AE98-612449EF06A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31689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9"/>
            <a:ext cx="84201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157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315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473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06309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5788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0946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104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1261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2CBDA40E-4F8E-4A2F-A24D-84CA28CAFB4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02202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5D90F884-7A97-476E-B334-ACA3A4AFBB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286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506" y="4406902"/>
            <a:ext cx="8420100" cy="1362074"/>
          </a:xfrm>
        </p:spPr>
        <p:txBody>
          <a:bodyPr anchor="t"/>
          <a:lstStyle>
            <a:lvl1pPr algn="l">
              <a:defRPr sz="45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15774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103154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4732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06309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5788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09464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10415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12618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AA2C930A-E35C-4310-A81D-F51E80120F4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40775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1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35550" y="1600201"/>
            <a:ext cx="4375150" cy="4525963"/>
          </a:xfrm>
        </p:spPr>
        <p:txBody>
          <a:bodyPr/>
          <a:lstStyle>
            <a:lvl1pPr>
              <a:defRPr sz="3200"/>
            </a:lvl1pPr>
            <a:lvl2pPr>
              <a:defRPr sz="27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626B72C-7ED6-47FC-B434-303A9FB3196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03887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87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87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115" y="1535113"/>
            <a:ext cx="4378590" cy="639763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5774" indent="0">
              <a:buNone/>
              <a:defRPr sz="2300" b="1"/>
            </a:lvl2pPr>
            <a:lvl3pPr marL="1031547" indent="0">
              <a:buNone/>
              <a:defRPr sz="2000" b="1"/>
            </a:lvl3pPr>
            <a:lvl4pPr marL="1547321" indent="0">
              <a:buNone/>
              <a:defRPr sz="1800" b="1"/>
            </a:lvl4pPr>
            <a:lvl5pPr marL="2063094" indent="0">
              <a:buNone/>
              <a:defRPr sz="1800" b="1"/>
            </a:lvl5pPr>
            <a:lvl6pPr marL="2578868" indent="0">
              <a:buNone/>
              <a:defRPr sz="1800" b="1"/>
            </a:lvl6pPr>
            <a:lvl7pPr marL="3094641" indent="0">
              <a:buNone/>
              <a:defRPr sz="1800" b="1"/>
            </a:lvl7pPr>
            <a:lvl8pPr marL="3610415" indent="0">
              <a:buNone/>
              <a:defRPr sz="1800" b="1"/>
            </a:lvl8pPr>
            <a:lvl9pPr marL="4126188" indent="0">
              <a:buNone/>
              <a:defRPr sz="18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115" y="2174875"/>
            <a:ext cx="4378590" cy="3951288"/>
          </a:xfrm>
        </p:spPr>
        <p:txBody>
          <a:bodyPr/>
          <a:lstStyle>
            <a:lvl1pPr>
              <a:defRPr sz="2700"/>
            </a:lvl1pPr>
            <a:lvl2pPr>
              <a:defRPr sz="23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674B2C3E-2A8A-4992-9813-B4F388F33B4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112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3C4F406-A635-4E34-81D2-8F9A0BDF6C6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36062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0DF815AF-3641-4E3A-A8E1-3D3B316158AA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2392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6" y="273049"/>
            <a:ext cx="3259006" cy="1162051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2972" y="273054"/>
            <a:ext cx="5537729" cy="5853113"/>
          </a:xfrm>
        </p:spPr>
        <p:txBody>
          <a:bodyPr/>
          <a:lstStyle>
            <a:lvl1pPr>
              <a:defRPr sz="3600"/>
            </a:lvl1pPr>
            <a:lvl2pPr>
              <a:defRPr sz="3200"/>
            </a:lvl2pPr>
            <a:lvl3pPr>
              <a:defRPr sz="27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6" y="1435104"/>
            <a:ext cx="3259006" cy="46910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DA1A5BFB-7E49-4596-B333-6469DC3912E2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47609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645" y="4800601"/>
            <a:ext cx="5943600" cy="566738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600"/>
            </a:lvl1pPr>
            <a:lvl2pPr marL="515774" indent="0">
              <a:buNone/>
              <a:defRPr sz="3200"/>
            </a:lvl2pPr>
            <a:lvl3pPr marL="1031547" indent="0">
              <a:buNone/>
              <a:defRPr sz="2700"/>
            </a:lvl3pPr>
            <a:lvl4pPr marL="1547321" indent="0">
              <a:buNone/>
              <a:defRPr sz="2300"/>
            </a:lvl4pPr>
            <a:lvl5pPr marL="2063094" indent="0">
              <a:buNone/>
              <a:defRPr sz="2300"/>
            </a:lvl5pPr>
            <a:lvl6pPr marL="2578868" indent="0">
              <a:buNone/>
              <a:defRPr sz="2300"/>
            </a:lvl6pPr>
            <a:lvl7pPr marL="3094641" indent="0">
              <a:buNone/>
              <a:defRPr sz="2300"/>
            </a:lvl7pPr>
            <a:lvl8pPr marL="3610415" indent="0">
              <a:buNone/>
              <a:defRPr sz="2300"/>
            </a:lvl8pPr>
            <a:lvl9pPr marL="4126188" indent="0">
              <a:buNone/>
              <a:defRPr sz="23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645" y="5367341"/>
            <a:ext cx="5943600" cy="804863"/>
          </a:xfrm>
        </p:spPr>
        <p:txBody>
          <a:bodyPr/>
          <a:lstStyle>
            <a:lvl1pPr marL="0" indent="0">
              <a:buNone/>
              <a:defRPr sz="1600"/>
            </a:lvl1pPr>
            <a:lvl2pPr marL="515774" indent="0">
              <a:buNone/>
              <a:defRPr sz="1400"/>
            </a:lvl2pPr>
            <a:lvl3pPr marL="1031547" indent="0">
              <a:buNone/>
              <a:defRPr sz="1100"/>
            </a:lvl3pPr>
            <a:lvl4pPr marL="1547321" indent="0">
              <a:buNone/>
              <a:defRPr sz="1000"/>
            </a:lvl4pPr>
            <a:lvl5pPr marL="2063094" indent="0">
              <a:buNone/>
              <a:defRPr sz="1000"/>
            </a:lvl5pPr>
            <a:lvl6pPr marL="2578868" indent="0">
              <a:buNone/>
              <a:defRPr sz="1000"/>
            </a:lvl6pPr>
            <a:lvl7pPr marL="3094641" indent="0">
              <a:buNone/>
              <a:defRPr sz="1000"/>
            </a:lvl7pPr>
            <a:lvl8pPr marL="3610415" indent="0">
              <a:buNone/>
              <a:defRPr sz="1000"/>
            </a:lvl8pPr>
            <a:lvl9pPr marL="4126188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151B7F94-68BB-4684-9B94-250A5F33AFA6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91005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B7874D0-D225-417F-9013-8D8BB8FF16CB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9045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181850" y="274642"/>
            <a:ext cx="222885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95300" y="274642"/>
            <a:ext cx="652145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BC0AFF7F-7426-42D1-B0EE-1D952A4F4BF2}" type="datetime1">
              <a:rPr lang="en-US" smtClean="0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FDDCC7FC-F6F0-48AD-B090-49A44914A49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86538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742955" y="2130480"/>
            <a:ext cx="8419709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/>
            <a:r>
              <a:rPr lang="ko-KR"/>
              <a:t>제목 텍스트의 서식을 편집하려면 클릭하십시오.마스터 제목 스타일 편집</a:t>
            </a:r>
          </a:p>
        </p:txBody>
      </p:sp>
      <p:sp>
        <p:nvSpPr>
          <p:cNvPr id="3" name="날짜 개체 틀 3"/>
          <p:cNvSpPr txBox="1">
            <a:spLocks noGrp="1"/>
          </p:cNvSpPr>
          <p:nvPr>
            <p:ph type="dt" sz="half" idx="2"/>
          </p:nvPr>
        </p:nvSpPr>
        <p:spPr>
          <a:xfrm>
            <a:off x="49530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3CE48FB0-A4B2-4AA8-8D2F-280CD559A140}" type="datetime1">
              <a:rPr lang="en-US"/>
              <a:pPr lvl="0"/>
              <a:t>10/29/2020</a:t>
            </a:fld>
            <a:endParaRPr lang="en-US"/>
          </a:p>
        </p:txBody>
      </p:sp>
      <p:sp>
        <p:nvSpPr>
          <p:cNvPr id="4" name="바닥글 개체 틀 4"/>
          <p:cNvSpPr txBox="1">
            <a:spLocks noGrp="1"/>
          </p:cNvSpPr>
          <p:nvPr>
            <p:ph type="ftr" sz="quarter" idx="3"/>
          </p:nvPr>
        </p:nvSpPr>
        <p:spPr>
          <a:xfrm>
            <a:off x="3384419" y="6356525"/>
            <a:ext cx="313638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lvl="0" rtl="0" hangingPunct="0">
              <a:buNone/>
              <a:tabLst/>
              <a:defRPr lang="en-US" sz="27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슬라이드 번호 개체 틀 5"/>
          <p:cNvSpPr txBox="1">
            <a:spLocks noGrp="1"/>
          </p:cNvSpPr>
          <p:nvPr>
            <p:ph type="sldNum" sz="quarter" idx="4"/>
          </p:nvPr>
        </p:nvSpPr>
        <p:spPr>
          <a:xfrm>
            <a:off x="709917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9C77EEA8-6A1C-419F-A0C3-79275A931264}" type="slidenum">
              <a:t>‹#›</a:t>
            </a:fld>
            <a:endParaRPr lang="en-US"/>
          </a:p>
        </p:txBody>
      </p:sp>
      <p:sp>
        <p:nvSpPr>
          <p:cNvPr id="6" name="텍스트 개체 틀 5"/>
          <p:cNvSpPr txBox="1">
            <a:spLocks noGrp="1"/>
          </p:cNvSpPr>
          <p:nvPr>
            <p:ph type="body" idx="1"/>
          </p:nvPr>
        </p:nvSpPr>
        <p:spPr>
          <a:xfrm>
            <a:off x="495300" y="1604520"/>
            <a:ext cx="8915010" cy="452592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/>
          <a:lstStyle>
            <a:def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defPPr>
            <a:lvl1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1pPr>
            <a:lvl2pPr marL="864000" lvl="1" indent="-324000" algn="l" rtl="0" hangingPunct="1">
              <a:spcBef>
                <a:spcPts val="0"/>
              </a:spcBef>
              <a:spcAft>
                <a:spcPts val="1134"/>
              </a:spcAft>
              <a:buSzPct val="75000"/>
              <a:buFont typeface="StarSymbol"/>
              <a:buChar char="–"/>
              <a:defRPr lang="ko-KR" sz="2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2pPr>
            <a:lvl3pPr marL="1295999" lvl="2" indent="-288000" algn="l" rtl="0" hangingPunct="1">
              <a:spcBef>
                <a:spcPts val="0"/>
              </a:spcBef>
              <a:spcAft>
                <a:spcPts val="850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3pPr>
            <a:lvl4pPr marL="1728000" lvl="3" indent="-216000" algn="l" rtl="0" hangingPunct="1">
              <a:spcBef>
                <a:spcPts val="0"/>
              </a:spcBef>
              <a:spcAft>
                <a:spcPts val="567"/>
              </a:spcAft>
              <a:buSzPct val="75000"/>
              <a:buFont typeface="StarSymbol"/>
              <a:buChar char="–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4pPr>
            <a:lvl5pPr marL="2160000" lvl="4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5pPr>
            <a:lvl6pPr marL="2592000" lvl="5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6pPr>
            <a:lvl7pPr marL="3024000" lvl="6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7pPr>
            <a:lvl8pPr marL="3456000" lvl="7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8pPr>
            <a:lvl9pPr marL="3887999" lvl="8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lvl="0" algn="ctr" rtl="0" hangingPunct="1">
        <a:spcBef>
          <a:spcPts val="0"/>
        </a:spcBef>
        <a:spcAft>
          <a:spcPts val="0"/>
        </a:spcAft>
        <a:buNone/>
        <a:tabLst/>
        <a:defRPr lang="ko-KR" sz="50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titleStyle>
    <p:bodyStyle>
      <a:lvl1pPr algn="l" rtl="0" hangingPunct="1">
        <a:spcBef>
          <a:spcPts val="0"/>
        </a:spcBef>
        <a:spcAft>
          <a:spcPts val="1599"/>
        </a:spcAft>
        <a:tabLst/>
        <a:defRPr lang="ko-KR" altLang="en-US" sz="36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bodyStyle>
    <p:otherStyle/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 noGrp="1"/>
          </p:cNvSpPr>
          <p:nvPr>
            <p:ph type="title"/>
          </p:nvPr>
        </p:nvSpPr>
        <p:spPr>
          <a:xfrm>
            <a:off x="495300" y="274680"/>
            <a:ext cx="8915010" cy="114264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/>
            <a:r>
              <a:rPr lang="ko-KR"/>
              <a:t>제목 텍스트의 서식을 편집하려면 클릭하십시오.마스터 제목 스타일 편집</a:t>
            </a:r>
          </a:p>
        </p:txBody>
      </p:sp>
      <p:sp>
        <p:nvSpPr>
          <p:cNvPr id="3" name="내용 개체 틀 2"/>
          <p:cNvSpPr txBox="1">
            <a:spLocks noGrp="1"/>
          </p:cNvSpPr>
          <p:nvPr>
            <p:ph type="body" idx="1"/>
          </p:nvPr>
        </p:nvSpPr>
        <p:spPr>
          <a:xfrm>
            <a:off x="495300" y="1600200"/>
            <a:ext cx="8915010" cy="452556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t"/>
          <a:lstStyle>
            <a:def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defPPr>
            <a:lvl1pPr marL="432000" lvl="0" indent="-324000" algn="l" rtl="0" hangingPunct="1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ko-KR" sz="32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1pPr>
            <a:lvl2pPr marL="864000" lvl="1" indent="-324000" algn="l" rtl="0" hangingPunct="1">
              <a:spcBef>
                <a:spcPts val="0"/>
              </a:spcBef>
              <a:spcAft>
                <a:spcPts val="1134"/>
              </a:spcAft>
              <a:buSzPct val="75000"/>
              <a:buFont typeface="StarSymbol"/>
              <a:buChar char="–"/>
              <a:defRPr lang="ko-KR" sz="2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2pPr>
            <a:lvl3pPr marL="1295999" lvl="2" indent="-288000" algn="l" rtl="0" hangingPunct="1">
              <a:spcBef>
                <a:spcPts val="0"/>
              </a:spcBef>
              <a:spcAft>
                <a:spcPts val="850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3pPr>
            <a:lvl4pPr marL="1728000" lvl="3" indent="-216000" algn="l" rtl="0" hangingPunct="1">
              <a:spcBef>
                <a:spcPts val="0"/>
              </a:spcBef>
              <a:spcAft>
                <a:spcPts val="567"/>
              </a:spcAft>
              <a:buSzPct val="75000"/>
              <a:buFont typeface="StarSymbol"/>
              <a:buChar char="–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4pPr>
            <a:lvl5pPr marL="2160000" lvl="4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5pPr>
            <a:lvl6pPr marL="2592000" lvl="5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6pPr>
            <a:lvl7pPr marL="3024000" lvl="6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7pPr>
            <a:lvl8pPr marL="3456000" lvl="7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8pPr>
            <a:lvl9pPr marL="3887999" lvl="8" indent="-216000" algn="l" rtl="0" hangingPunct="1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ko-KR" sz="20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/>
                <a:ea typeface="굴림" pitchFamily="2"/>
                <a:cs typeface="Arial" pitchFamily="2"/>
              </a:defRPr>
            </a:lvl9pPr>
          </a:lstStyle>
          <a:p>
            <a:pPr lvl="0"/>
            <a:r>
              <a:rPr lang="ko-KR" altLang="en-US"/>
              <a:t>개요 텍스트의 서식을 편집하려면 클릭하십시오</a:t>
            </a:r>
          </a:p>
          <a:p>
            <a:pPr lvl="1"/>
            <a:r>
              <a:rPr lang="en-US" altLang="ko-KR"/>
              <a:t>2</a:t>
            </a:r>
            <a:r>
              <a:rPr lang="ko-KR" altLang="en-US"/>
              <a:t>번째 개요 수준</a:t>
            </a:r>
          </a:p>
          <a:p>
            <a:pPr lvl="2"/>
            <a:r>
              <a:rPr lang="en-US" altLang="ko-KR"/>
              <a:t>3</a:t>
            </a:r>
            <a:r>
              <a:rPr lang="ko-KR" altLang="en-US"/>
              <a:t>번째 개요 수준</a:t>
            </a:r>
          </a:p>
          <a:p>
            <a:pPr lvl="3"/>
            <a:r>
              <a:rPr lang="en-US" altLang="ko-KR"/>
              <a:t>4</a:t>
            </a:r>
            <a:r>
              <a:rPr lang="ko-KR" altLang="en-US"/>
              <a:t>번째 개요 수준</a:t>
            </a:r>
          </a:p>
          <a:p>
            <a:pPr lvl="4"/>
            <a:r>
              <a:rPr lang="en-US" altLang="ko-KR"/>
              <a:t>5</a:t>
            </a:r>
            <a:r>
              <a:rPr lang="ko-KR" altLang="en-US"/>
              <a:t>번째 개요 수준</a:t>
            </a:r>
          </a:p>
          <a:p>
            <a:pPr lvl="5"/>
            <a:r>
              <a:rPr lang="en-US" altLang="ko-KR"/>
              <a:t>6</a:t>
            </a:r>
            <a:r>
              <a:rPr lang="ko-KR" altLang="en-US"/>
              <a:t>번째 개요 수준</a:t>
            </a:r>
          </a:p>
          <a:p>
            <a:pPr lvl="6"/>
            <a:r>
              <a:rPr lang="en-US" altLang="ko-KR"/>
              <a:t>7</a:t>
            </a:r>
            <a:r>
              <a:rPr lang="ko-KR" altLang="en-US"/>
              <a:t>번째 개요 수준</a:t>
            </a:r>
          </a:p>
          <a:p>
            <a:pPr lvl="7"/>
            <a:r>
              <a:rPr lang="en-US" altLang="ko-KR"/>
              <a:t>8</a:t>
            </a:r>
            <a:r>
              <a:rPr lang="ko-KR" altLang="en-US"/>
              <a:t>번째 개요 수준</a:t>
            </a:r>
          </a:p>
          <a:p>
            <a:pPr lvl="0"/>
            <a:r>
              <a:rPr lang="en-US" altLang="ko-KR"/>
              <a:t>9</a:t>
            </a:r>
            <a:r>
              <a:rPr lang="ko-KR" altLang="en-US"/>
              <a:t>번째 개요 수준마스터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 txBox="1">
            <a:spLocks noGrp="1"/>
          </p:cNvSpPr>
          <p:nvPr>
            <p:ph type="dt" sz="half" idx="2"/>
          </p:nvPr>
        </p:nvSpPr>
        <p:spPr>
          <a:xfrm>
            <a:off x="49530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BC0AFF7F-7426-42D1-B0EE-1D952A4F4BF2}" type="datetime1">
              <a:rPr lang="en-US"/>
              <a:pPr lvl="0"/>
              <a:t>10/29/2020</a:t>
            </a:fld>
            <a:endParaRPr lang="en-US"/>
          </a:p>
        </p:txBody>
      </p:sp>
      <p:sp>
        <p:nvSpPr>
          <p:cNvPr id="5" name="바닥글 개체 틀 4"/>
          <p:cNvSpPr txBox="1">
            <a:spLocks noGrp="1"/>
          </p:cNvSpPr>
          <p:nvPr>
            <p:ph type="ftr" sz="quarter" idx="3"/>
          </p:nvPr>
        </p:nvSpPr>
        <p:spPr>
          <a:xfrm>
            <a:off x="3384419" y="6356525"/>
            <a:ext cx="313638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lvl="0" rtl="0" hangingPunct="0">
              <a:buNone/>
              <a:tabLst/>
              <a:defRPr lang="en-US" sz="2700" kern="1200">
                <a:latin typeface="바탕" pitchFamily="18"/>
                <a:ea typeface="바탕" pitchFamily="2"/>
                <a:cs typeface="Tahoma" pitchFamily="2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슬라이드 번호 개체 틀 5"/>
          <p:cNvSpPr txBox="1">
            <a:spLocks noGrp="1"/>
          </p:cNvSpPr>
          <p:nvPr>
            <p:ph type="sldNum" sz="quarter" idx="4"/>
          </p:nvPr>
        </p:nvSpPr>
        <p:spPr>
          <a:xfrm>
            <a:off x="7099170" y="6356525"/>
            <a:ext cx="2311140" cy="364679"/>
          </a:xfrm>
          <a:prstGeom prst="rect">
            <a:avLst/>
          </a:prstGeom>
          <a:noFill/>
          <a:ln>
            <a:noFill/>
          </a:ln>
        </p:spPr>
        <p:txBody>
          <a:bodyPr wrap="square" lIns="101530" tIns="50766" rIns="101530" bIns="50766" anchor="t" anchorCtr="0"/>
          <a:lstStyle>
            <a:lvl1pPr marL="0" marR="0" lvl="0" indent="0" algn="l" rtl="0" hangingPunct="1">
              <a:spcBef>
                <a:spcPts val="0"/>
              </a:spcBef>
              <a:spcAft>
                <a:spcPts val="0"/>
              </a:spcAft>
              <a:buNone/>
              <a:tabLst/>
              <a:defRPr lang="en-US" sz="2000" b="0" i="0" u="none" strike="noStrike" kern="1200" spc="0">
                <a:solidFill>
                  <a:srgbClr val="000000"/>
                </a:solidFill>
                <a:latin typeface="맑은 고딕" pitchFamily="18"/>
                <a:ea typeface="바탕" pitchFamily="2"/>
                <a:cs typeface="Tahoma" pitchFamily="2"/>
              </a:defRPr>
            </a:lvl1pPr>
          </a:lstStyle>
          <a:p>
            <a:pPr lvl="0"/>
            <a:fld id="{C4344B05-8310-4220-914C-72DFDC806B1C}" type="slidenum"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lvl="0" algn="ctr" rtl="0" hangingPunct="1">
        <a:spcBef>
          <a:spcPts val="0"/>
        </a:spcBef>
        <a:spcAft>
          <a:spcPts val="0"/>
        </a:spcAft>
        <a:buNone/>
        <a:tabLst/>
        <a:defRPr lang="ko-KR" sz="5000" b="0" i="0" u="none" strike="noStrike" kern="1200" spc="0">
          <a:ln>
            <a:noFill/>
          </a:ln>
          <a:solidFill>
            <a:srgbClr val="000000"/>
          </a:solidFill>
          <a:latin typeface="맑은 고딕" pitchFamily="18"/>
          <a:ea typeface="굴림" pitchFamily="2"/>
          <a:cs typeface="Arial" pitchFamily="2"/>
        </a:defRPr>
      </a:lvl1pPr>
    </p:titleStyle>
    <p:bodyStyle>
      <a:lvl1pPr lvl="0">
        <a:buSzPct val="45000"/>
        <a:buFont typeface="StarSymbol"/>
        <a:buChar char="●"/>
        <a:tabLst/>
        <a:defRPr lang="ko-KR" altLang="en-US" sz="3600" b="0" i="0" u="none" strike="noStrike" spc="0">
          <a:solidFill>
            <a:srgbClr val="000000"/>
          </a:solidFill>
          <a:latin typeface="맑은 고딕" pitchFamily="18"/>
        </a:defRPr>
      </a:lvl1pPr>
      <a:lvl2pPr lvl="1">
        <a:buSzPct val="75000"/>
        <a:buFont typeface="StarSymbol"/>
        <a:buChar char="–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2pPr>
      <a:lvl3pPr lvl="2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3pPr>
      <a:lvl4pPr lvl="3">
        <a:buSzPct val="75000"/>
        <a:buFont typeface="StarSymbol"/>
        <a:buChar char="–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4pPr>
      <a:lvl5pPr lvl="4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5pPr>
      <a:lvl6pPr lvl="5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6pPr>
      <a:lvl7pPr lvl="6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7pPr>
      <a:lvl8pPr lvl="7">
        <a:buSzPct val="45000"/>
        <a:buFont typeface="StarSymbol"/>
        <a:buChar char="●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8pPr>
      <a:lvl9pPr marL="0" marR="0" lvl="0" indent="0" algn="l" rtl="0" hangingPunct="1">
        <a:spcBef>
          <a:spcPts val="720"/>
        </a:spcBef>
        <a:spcAft>
          <a:spcPts val="1599"/>
        </a:spcAft>
        <a:buSzPct val="45000"/>
        <a:buFont typeface="Arial" pitchFamily="32"/>
        <a:buChar char="•"/>
        <a:tabLst/>
        <a:defRPr lang="en-US" altLang="ko-KR" sz="3600" b="0" i="0" u="none" strike="noStrike" spc="0">
          <a:solidFill>
            <a:srgbClr val="000000"/>
          </a:solidFill>
          <a:latin typeface="맑은 고딕" pitchFamily="18"/>
        </a:defRPr>
      </a:lvl9pPr>
    </p:bodyStyle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ojiyeon/Team3_2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0" y="2440207"/>
            <a:ext cx="9905610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6100" b="1" dirty="0">
                <a:solidFill>
                  <a:schemeClr val="bg1"/>
                </a:solidFill>
                <a:latin typeface="+mn-ea"/>
                <a:ea typeface="+mn-ea"/>
              </a:rPr>
              <a:t> </a:t>
            </a:r>
            <a:r>
              <a:rPr lang="ko-KR" altLang="en-US" sz="6100" b="1" dirty="0">
                <a:solidFill>
                  <a:schemeClr val="bg1"/>
                </a:solidFill>
                <a:latin typeface="+mn-ea"/>
                <a:ea typeface="+mn-ea"/>
              </a:rPr>
              <a:t>학사관리 시스템</a:t>
            </a:r>
            <a:endParaRPr lang="en-US" sz="61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3" name="제목 1"/>
          <p:cNvSpPr txBox="1">
            <a:spLocks/>
          </p:cNvSpPr>
          <p:nvPr/>
        </p:nvSpPr>
        <p:spPr>
          <a:xfrm>
            <a:off x="1180356" y="2375169"/>
            <a:ext cx="754489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chemeClr val="bg1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349" y="6299367"/>
            <a:ext cx="9774187" cy="535049"/>
          </a:xfrm>
          <a:prstGeom prst="rect">
            <a:avLst/>
          </a:prstGeom>
          <a:noFill/>
        </p:spPr>
        <p:txBody>
          <a:bodyPr wrap="square" lIns="103155" tIns="51577" rIns="103155" bIns="51577" rtlCol="0">
            <a:spAutoFit/>
          </a:bodyPr>
          <a:lstStyle/>
          <a:p>
            <a:pPr algn="r"/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권현정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bg1"/>
                </a:solidFill>
                <a:latin typeface="+mn-ea"/>
              </a:rPr>
              <a:t>오지연</a:t>
            </a:r>
            <a:r>
              <a:rPr lang="en-US" altLang="ko-KR" sz="2800" b="1" dirty="0">
                <a:solidFill>
                  <a:schemeClr val="bg1"/>
                </a:solidFill>
                <a:latin typeface="+mn-ea"/>
              </a:rPr>
              <a:t> </a:t>
            </a:r>
            <a:r>
              <a:rPr lang="ko-KR" altLang="en-US" sz="2800" b="1" dirty="0" err="1">
                <a:solidFill>
                  <a:schemeClr val="bg1"/>
                </a:solidFill>
                <a:latin typeface="+mn-ea"/>
              </a:rPr>
              <a:t>임예람</a:t>
            </a:r>
            <a:endParaRPr lang="ko-KR" altLang="en-US" sz="2800" b="1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8" name="제목 1"/>
          <p:cNvSpPr txBox="1">
            <a:spLocks/>
          </p:cNvSpPr>
          <p:nvPr/>
        </p:nvSpPr>
        <p:spPr>
          <a:xfrm>
            <a:off x="0" y="1810699"/>
            <a:ext cx="9905610" cy="551892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3200" b="1" dirty="0">
                <a:solidFill>
                  <a:srgbClr val="FFCC00"/>
                </a:solidFill>
                <a:latin typeface="+mn-ea"/>
                <a:ea typeface="+mn-ea"/>
              </a:rPr>
              <a:t> </a:t>
            </a:r>
            <a:r>
              <a:rPr lang="en-US" altLang="ko-KR" sz="2800" b="1" dirty="0">
                <a:solidFill>
                  <a:srgbClr val="FFCC00"/>
                </a:solidFill>
                <a:latin typeface="+mn-ea"/>
                <a:ea typeface="+mn-ea"/>
              </a:rPr>
              <a:t>Team3</a:t>
            </a:r>
            <a:endParaRPr lang="en-US" sz="28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  <p:sp>
        <p:nvSpPr>
          <p:cNvPr id="10" name="제목 1"/>
          <p:cNvSpPr txBox="1">
            <a:spLocks/>
          </p:cNvSpPr>
          <p:nvPr/>
        </p:nvSpPr>
        <p:spPr>
          <a:xfrm>
            <a:off x="1180356" y="3837721"/>
            <a:ext cx="7544898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chemeClr val="bg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1E35DEBA-43E9-4C0F-B7FC-DD519698A9BD}"/>
              </a:ext>
            </a:extLst>
          </p:cNvPr>
          <p:cNvGrpSpPr/>
          <p:nvPr/>
        </p:nvGrpSpPr>
        <p:grpSpPr>
          <a:xfrm>
            <a:off x="7689304" y="1169983"/>
            <a:ext cx="1368152" cy="916662"/>
            <a:chOff x="7545288" y="1167949"/>
            <a:chExt cx="1440160" cy="964907"/>
          </a:xfrm>
        </p:grpSpPr>
        <p:sp>
          <p:nvSpPr>
            <p:cNvPr id="4" name="말풍선: 타원형 3">
              <a:extLst>
                <a:ext uri="{FF2B5EF4-FFF2-40B4-BE49-F238E27FC236}">
                  <a16:creationId xmlns:a16="http://schemas.microsoft.com/office/drawing/2014/main" id="{4036751B-52EA-4114-8E93-A69AAA6B2087}"/>
                </a:ext>
              </a:extLst>
            </p:cNvPr>
            <p:cNvSpPr/>
            <p:nvPr/>
          </p:nvSpPr>
          <p:spPr>
            <a:xfrm rot="662216">
              <a:off x="7545288" y="1167949"/>
              <a:ext cx="1440160" cy="964907"/>
            </a:xfrm>
            <a:prstGeom prst="wedgeEllipseCallou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 dirty="0">
                <a:solidFill>
                  <a:srgbClr val="11264F"/>
                </a:solidFill>
              </a:endParaRP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102621BF-8FD7-4DA5-977E-DE8B482099CD}"/>
                </a:ext>
              </a:extLst>
            </p:cNvPr>
            <p:cNvSpPr txBox="1"/>
            <p:nvPr/>
          </p:nvSpPr>
          <p:spPr>
            <a:xfrm>
              <a:off x="7758791" y="1449829"/>
              <a:ext cx="101315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메뉴얼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584014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C2CFA78-DBA4-46A4-AC44-DC100EB05FD8}"/>
              </a:ext>
            </a:extLst>
          </p:cNvPr>
          <p:cNvSpPr/>
          <p:nvPr/>
        </p:nvSpPr>
        <p:spPr>
          <a:xfrm>
            <a:off x="0" y="3714357"/>
            <a:ext cx="9906000" cy="314096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1"/>
          <p:cNvSpPr txBox="1">
            <a:spLocks/>
          </p:cNvSpPr>
          <p:nvPr/>
        </p:nvSpPr>
        <p:spPr>
          <a:xfrm>
            <a:off x="56456" y="476672"/>
            <a:ext cx="2689588" cy="834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0000" tIns="45000" rIns="90000" bIns="45000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ko-KR" altLang="en-US" sz="4000" b="1" dirty="0">
                <a:solidFill>
                  <a:srgbClr val="FFCC00"/>
                </a:solidFill>
                <a:latin typeface="+mn-ea"/>
                <a:ea typeface="+mn-ea"/>
              </a:rPr>
              <a:t>목 차</a:t>
            </a:r>
            <a:endParaRPr lang="en-US" sz="40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397C742-6FA2-460E-A5C0-D5FA5F796F93}"/>
              </a:ext>
            </a:extLst>
          </p:cNvPr>
          <p:cNvGrpSpPr/>
          <p:nvPr/>
        </p:nvGrpSpPr>
        <p:grpSpPr>
          <a:xfrm>
            <a:off x="2194932" y="3126007"/>
            <a:ext cx="5516136" cy="1584176"/>
            <a:chOff x="2356751" y="3126007"/>
            <a:chExt cx="5516136" cy="158417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B72DDF2-DF1F-445B-AC6E-256DF305592E}"/>
                </a:ext>
              </a:extLst>
            </p:cNvPr>
            <p:cNvSpPr/>
            <p:nvPr/>
          </p:nvSpPr>
          <p:spPr>
            <a:xfrm>
              <a:off x="2356751" y="3918095"/>
              <a:ext cx="1344794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다운</a:t>
              </a:r>
              <a:endParaRPr lang="en-US" altLang="ko-KR" b="1" dirty="0">
                <a:solidFill>
                  <a:srgbClr val="11264F"/>
                </a:solidFill>
              </a:endParaRPr>
            </a:p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로드</a:t>
              </a: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C6D7CF20-AD90-4E14-9E07-A43722DAF645}"/>
                </a:ext>
              </a:extLst>
            </p:cNvPr>
            <p:cNvGrpSpPr/>
            <p:nvPr/>
          </p:nvGrpSpPr>
          <p:grpSpPr>
            <a:xfrm>
              <a:off x="2576736" y="3126007"/>
              <a:ext cx="5076564" cy="802840"/>
              <a:chOff x="524508" y="2569831"/>
              <a:chExt cx="5076564" cy="802840"/>
            </a:xfrm>
          </p:grpSpPr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7BE09E9A-6AD7-498F-A6F7-0AD259F0F754}"/>
                  </a:ext>
                </a:extLst>
              </p:cNvPr>
              <p:cNvSpPr/>
              <p:nvPr/>
            </p:nvSpPr>
            <p:spPr>
              <a:xfrm>
                <a:off x="524508" y="2569831"/>
                <a:ext cx="900100" cy="7920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4400" b="1" dirty="0">
                    <a:latin typeface="+mn-ea"/>
                  </a:rPr>
                  <a:t>01</a:t>
                </a:r>
                <a:endParaRPr lang="ko-KR" altLang="en-US" sz="4400" b="1" dirty="0">
                  <a:latin typeface="+mn-ea"/>
                </a:endParaRPr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0640AC4E-4EB9-4BA5-A75E-F8E83E2E6CD0}"/>
                  </a:ext>
                </a:extLst>
              </p:cNvPr>
              <p:cNvSpPr/>
              <p:nvPr/>
            </p:nvSpPr>
            <p:spPr>
              <a:xfrm>
                <a:off x="2612740" y="2580583"/>
                <a:ext cx="900100" cy="7920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4400" b="1" dirty="0">
                    <a:latin typeface="+mn-ea"/>
                  </a:rPr>
                  <a:t>02</a:t>
                </a:r>
                <a:endParaRPr lang="ko-KR" altLang="en-US" sz="4400" b="1" dirty="0">
                  <a:latin typeface="+mn-ea"/>
                </a:endParaRPr>
              </a:p>
            </p:txBody>
          </p:sp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A44546EF-DF39-4314-850A-8B4492392F92}"/>
                  </a:ext>
                </a:extLst>
              </p:cNvPr>
              <p:cNvSpPr/>
              <p:nvPr/>
            </p:nvSpPr>
            <p:spPr>
              <a:xfrm>
                <a:off x="4700972" y="2580583"/>
                <a:ext cx="900100" cy="7920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4400" b="1" dirty="0">
                    <a:latin typeface="+mn-ea"/>
                  </a:rPr>
                  <a:t>03</a:t>
                </a:r>
                <a:endParaRPr lang="ko-KR" altLang="en-US" sz="4400" b="1" dirty="0">
                  <a:latin typeface="+mn-ea"/>
                </a:endParaRPr>
              </a:p>
            </p:txBody>
          </p:sp>
        </p:grp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D60FB053-0103-4FD8-9202-548FA3A2670B}"/>
                </a:ext>
              </a:extLst>
            </p:cNvPr>
            <p:cNvSpPr/>
            <p:nvPr/>
          </p:nvSpPr>
          <p:spPr>
            <a:xfrm>
              <a:off x="4439174" y="3918095"/>
              <a:ext cx="1344794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이클립스</a:t>
              </a:r>
              <a:endParaRPr lang="en-US" altLang="ko-KR" b="1" dirty="0">
                <a:solidFill>
                  <a:srgbClr val="11264F"/>
                </a:solidFill>
              </a:endParaRPr>
            </a:p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설정</a:t>
              </a:r>
            </a:p>
          </p:txBody>
        </p: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88E1C020-D90D-400C-AB7F-89DA1F080296}"/>
                </a:ext>
              </a:extLst>
            </p:cNvPr>
            <p:cNvSpPr/>
            <p:nvPr/>
          </p:nvSpPr>
          <p:spPr>
            <a:xfrm>
              <a:off x="6528093" y="3918095"/>
              <a:ext cx="1344794" cy="7920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오라클</a:t>
              </a:r>
              <a:endParaRPr lang="en-US" altLang="ko-KR" b="1" dirty="0">
                <a:solidFill>
                  <a:srgbClr val="11264F"/>
                </a:solidFill>
              </a:endParaRPr>
            </a:p>
            <a:p>
              <a:pPr algn="ctr"/>
              <a:r>
                <a:rPr lang="ko-KR" altLang="en-US" b="1" dirty="0">
                  <a:solidFill>
                    <a:srgbClr val="11264F"/>
                  </a:solidFill>
                </a:rPr>
                <a:t>설정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383337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D5DC0CAD-3D03-4B34-8883-F99CAA088979}"/>
              </a:ext>
            </a:extLst>
          </p:cNvPr>
          <p:cNvGrpSpPr/>
          <p:nvPr/>
        </p:nvGrpSpPr>
        <p:grpSpPr>
          <a:xfrm>
            <a:off x="2144688" y="1717327"/>
            <a:ext cx="5616624" cy="722198"/>
            <a:chOff x="2144688" y="2703007"/>
            <a:chExt cx="5616624" cy="722198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52EBF5A-913C-4EFA-B0EE-3AB52538E2B7}"/>
                </a:ext>
              </a:extLst>
            </p:cNvPr>
            <p:cNvSpPr txBox="1"/>
            <p:nvPr/>
          </p:nvSpPr>
          <p:spPr>
            <a:xfrm>
              <a:off x="3008784" y="2763301"/>
              <a:ext cx="4752528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400" b="1" dirty="0">
                  <a:solidFill>
                    <a:srgbClr val="11264F"/>
                  </a:solidFill>
                </a:rPr>
                <a:t>Team3 GitHub Site</a:t>
              </a:r>
            </a:p>
            <a:p>
              <a:r>
                <a:rPr lang="en-US" altLang="ko-KR" b="1" dirty="0">
                  <a:solidFill>
                    <a:srgbClr val="11264F"/>
                  </a:solidFill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https://github.com/ojiyeon/Team3_2</a:t>
              </a:r>
              <a:endParaRPr lang="ko-KR" altLang="en-US" b="1" dirty="0">
                <a:solidFill>
                  <a:srgbClr val="11264F"/>
                </a:solidFill>
              </a:endParaRPr>
            </a:p>
          </p:txBody>
        </p:sp>
        <p:pic>
          <p:nvPicPr>
            <p:cNvPr id="12" name="그림 11">
              <a:extLst>
                <a:ext uri="{FF2B5EF4-FFF2-40B4-BE49-F238E27FC236}">
                  <a16:creationId xmlns:a16="http://schemas.microsoft.com/office/drawing/2014/main" id="{A9965C86-838B-44E9-A1B8-155941F2A08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44688" y="2703007"/>
              <a:ext cx="722198" cy="722198"/>
            </a:xfrm>
            <a:prstGeom prst="rect">
              <a:avLst/>
            </a:prstGeom>
          </p:spPr>
        </p:pic>
      </p:grpSp>
      <p:grpSp>
        <p:nvGrpSpPr>
          <p:cNvPr id="7" name="그룹 6">
            <a:extLst>
              <a:ext uri="{FF2B5EF4-FFF2-40B4-BE49-F238E27FC236}">
                <a16:creationId xmlns:a16="http://schemas.microsoft.com/office/drawing/2014/main" id="{2F3CB9BD-66F0-4405-B496-8750AA5425D0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3A1D054-2CFF-41FA-8F57-B835E88896C9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9" name="제목 1">
              <a:extLst>
                <a:ext uri="{FF2B5EF4-FFF2-40B4-BE49-F238E27FC236}">
                  <a16:creationId xmlns:a16="http://schemas.microsoft.com/office/drawing/2014/main" id="{076CA863-0C26-4AF2-8DCD-0E3B8F3F32D5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01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다운로드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02  03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26B3D964-5075-40A8-8DEF-ACDD1EFB164C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11" name="이등변 삼각형 10">
                <a:extLst>
                  <a:ext uri="{FF2B5EF4-FFF2-40B4-BE49-F238E27FC236}">
                    <a16:creationId xmlns:a16="http://schemas.microsoft.com/office/drawing/2014/main" id="{E5609107-4EF9-4A7B-89E3-51987509509B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14" name="직사각형 13">
                <a:extLst>
                  <a:ext uri="{FF2B5EF4-FFF2-40B4-BE49-F238E27FC236}">
                    <a16:creationId xmlns:a16="http://schemas.microsoft.com/office/drawing/2014/main" id="{8EE582F0-A04D-4C26-9EBC-92121CDE5FB3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994E467B-B017-416E-BF8F-2212C902D3F5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F1E37B60-60CC-4FDA-B2F2-48509B887424}"/>
              </a:ext>
            </a:extLst>
          </p:cNvPr>
          <p:cNvSpPr txBox="1"/>
          <p:nvPr/>
        </p:nvSpPr>
        <p:spPr>
          <a:xfrm>
            <a:off x="344488" y="1101380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</a:t>
            </a:r>
            <a:r>
              <a:rPr lang="ko-KR" altLang="en-US" sz="1500" b="1" dirty="0">
                <a:solidFill>
                  <a:srgbClr val="11264F"/>
                </a:solidFill>
              </a:rPr>
              <a:t>아래 사이트에 들어가 실행에 필요한 파일들을 다운</a:t>
            </a:r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F949D0B0-8A98-4F5F-B0BE-7DDBA7251062}"/>
              </a:ext>
            </a:extLst>
          </p:cNvPr>
          <p:cNvGrpSpPr/>
          <p:nvPr/>
        </p:nvGrpSpPr>
        <p:grpSpPr>
          <a:xfrm>
            <a:off x="645661" y="2625003"/>
            <a:ext cx="8614677" cy="4119394"/>
            <a:chOff x="645661" y="2625003"/>
            <a:chExt cx="8614677" cy="4119394"/>
          </a:xfrm>
        </p:grpSpPr>
        <p:grpSp>
          <p:nvGrpSpPr>
            <p:cNvPr id="37" name="그룹 36">
              <a:extLst>
                <a:ext uri="{FF2B5EF4-FFF2-40B4-BE49-F238E27FC236}">
                  <a16:creationId xmlns:a16="http://schemas.microsoft.com/office/drawing/2014/main" id="{F706E9EF-D97B-44A1-8FA0-4841BADFD0BC}"/>
                </a:ext>
              </a:extLst>
            </p:cNvPr>
            <p:cNvGrpSpPr/>
            <p:nvPr/>
          </p:nvGrpSpPr>
          <p:grpSpPr>
            <a:xfrm>
              <a:off x="645661" y="2625003"/>
              <a:ext cx="8614677" cy="4119394"/>
              <a:chOff x="344488" y="2229640"/>
              <a:chExt cx="9217024" cy="4407426"/>
            </a:xfrm>
          </p:grpSpPr>
          <p:pic>
            <p:nvPicPr>
              <p:cNvPr id="34" name="그림 33">
                <a:extLst>
                  <a:ext uri="{FF2B5EF4-FFF2-40B4-BE49-F238E27FC236}">
                    <a16:creationId xmlns:a16="http://schemas.microsoft.com/office/drawing/2014/main" id="{C1BA1B17-DD52-4C3E-9E14-027C1AD2B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90550" y="2229640"/>
                <a:ext cx="8724900" cy="4162425"/>
              </a:xfrm>
              <a:prstGeom prst="rect">
                <a:avLst/>
              </a:prstGeom>
            </p:spPr>
          </p:pic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C7F2477A-ED19-4515-A69A-3C14F23D0987}"/>
                  </a:ext>
                </a:extLst>
              </p:cNvPr>
              <p:cNvSpPr txBox="1"/>
              <p:nvPr/>
            </p:nvSpPr>
            <p:spPr>
              <a:xfrm>
                <a:off x="344488" y="6360067"/>
                <a:ext cx="921702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 latinLnBrk="1"/>
                <a:r>
                  <a:rPr lang="en-US" altLang="ko-KR" sz="1200" b="1" dirty="0">
                    <a:solidFill>
                      <a:srgbClr val="11264F"/>
                    </a:solidFill>
                  </a:rPr>
                  <a:t>ver.1</a:t>
                </a:r>
                <a:r>
                  <a:rPr lang="ko-KR" altLang="en-US" sz="1200" b="1" dirty="0">
                    <a:solidFill>
                      <a:srgbClr val="11264F"/>
                    </a:solidFill>
                  </a:rPr>
                  <a:t>은 게시글 작성 시 글자만 쓸 수 있고 </a:t>
                </a:r>
                <a:r>
                  <a:rPr lang="en-US" altLang="ko-KR" sz="1200" b="1" dirty="0">
                    <a:solidFill>
                      <a:srgbClr val="11264F"/>
                    </a:solidFill>
                  </a:rPr>
                  <a:t>ver.2</a:t>
                </a:r>
                <a:r>
                  <a:rPr lang="ko-KR" altLang="en-US" sz="1200" b="1" dirty="0">
                    <a:solidFill>
                      <a:srgbClr val="11264F"/>
                    </a:solidFill>
                  </a:rPr>
                  <a:t>는 </a:t>
                </a:r>
                <a:r>
                  <a:rPr lang="en-US" altLang="ko-KR" sz="1200" b="1" dirty="0" err="1">
                    <a:solidFill>
                      <a:srgbClr val="11264F"/>
                    </a:solidFill>
                  </a:rPr>
                  <a:t>summernote</a:t>
                </a:r>
                <a:r>
                  <a:rPr lang="en-US" altLang="ko-KR" sz="1200" b="1" dirty="0">
                    <a:solidFill>
                      <a:srgbClr val="11264F"/>
                    </a:solidFill>
                  </a:rPr>
                  <a:t> API</a:t>
                </a:r>
                <a:r>
                  <a:rPr lang="ko-KR" altLang="en-US" sz="1200" b="1" dirty="0">
                    <a:solidFill>
                      <a:srgbClr val="11264F"/>
                    </a:solidFill>
                  </a:rPr>
                  <a:t>를 이용하여 다양한 기능을 제공</a:t>
                </a:r>
                <a:endParaRPr lang="ko-KR" altLang="en-US" sz="1200" b="1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05BF14D3-BE0D-40DC-8459-29F3C596EC94}"/>
                </a:ext>
              </a:extLst>
            </p:cNvPr>
            <p:cNvSpPr/>
            <p:nvPr/>
          </p:nvSpPr>
          <p:spPr>
            <a:xfrm>
              <a:off x="875642" y="4437112"/>
              <a:ext cx="8154714" cy="204904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42677274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그룹 1">
            <a:extLst>
              <a:ext uri="{FF2B5EF4-FFF2-40B4-BE49-F238E27FC236}">
                <a16:creationId xmlns:a16="http://schemas.microsoft.com/office/drawing/2014/main" id="{43BBD9B0-D64A-4A33-9E3F-1CA63307F088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7D89450B-96B1-4BBB-976B-049FE8097F6A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4" name="제목 1">
              <a:extLst>
                <a:ext uri="{FF2B5EF4-FFF2-40B4-BE49-F238E27FC236}">
                  <a16:creationId xmlns:a16="http://schemas.microsoft.com/office/drawing/2014/main" id="{FEBA3AE5-2137-4095-95CC-8973C4F2B7CF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01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다운로드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02  03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46C75AE8-53B9-42EB-81B6-ABA27844502F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6" name="이등변 삼각형 5">
                <a:extLst>
                  <a:ext uri="{FF2B5EF4-FFF2-40B4-BE49-F238E27FC236}">
                    <a16:creationId xmlns:a16="http://schemas.microsoft.com/office/drawing/2014/main" id="{7980B4B7-DF2D-4D50-B5A0-D74C80749807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39D2F1EA-D8C1-4B63-BCED-FC7F9047BEDA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CFF7E70B-DFF3-45C1-AADD-A21AE9C0E464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1834ADF-949D-440B-A341-7A4E492E9182}"/>
              </a:ext>
            </a:extLst>
          </p:cNvPr>
          <p:cNvGrpSpPr/>
          <p:nvPr/>
        </p:nvGrpSpPr>
        <p:grpSpPr>
          <a:xfrm>
            <a:off x="-1" y="1818186"/>
            <a:ext cx="9906001" cy="3938434"/>
            <a:chOff x="-1" y="1772816"/>
            <a:chExt cx="9906001" cy="3938434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BDDA750-5FD8-49D6-9ADC-7C11355CC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1" y="1772816"/>
              <a:ext cx="9906001" cy="3938434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2E8E767D-AE8E-44FD-A254-EFCDCDBA18AC}"/>
                </a:ext>
              </a:extLst>
            </p:cNvPr>
            <p:cNvSpPr/>
            <p:nvPr/>
          </p:nvSpPr>
          <p:spPr>
            <a:xfrm>
              <a:off x="8390178" y="4797152"/>
              <a:ext cx="883302" cy="43204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1820591-4E9C-42E7-A111-B03C314C3ECB}"/>
              </a:ext>
            </a:extLst>
          </p:cNvPr>
          <p:cNvSpPr txBox="1"/>
          <p:nvPr/>
        </p:nvSpPr>
        <p:spPr>
          <a:xfrm>
            <a:off x="344488" y="1101380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</a:t>
            </a:r>
            <a:r>
              <a:rPr lang="ko-KR" altLang="en-US" sz="1500" b="1" dirty="0">
                <a:solidFill>
                  <a:srgbClr val="11264F"/>
                </a:solidFill>
              </a:rPr>
              <a:t>다운받을 파일을 누르면 아래와 같은 화면이 나오며 </a:t>
            </a:r>
            <a:r>
              <a:rPr lang="en-US" altLang="ko-KR" sz="1500" b="1" dirty="0">
                <a:solidFill>
                  <a:srgbClr val="11264F"/>
                </a:solidFill>
              </a:rPr>
              <a:t>Download</a:t>
            </a:r>
            <a:r>
              <a:rPr lang="ko-KR" altLang="en-US" sz="1500" b="1" dirty="0">
                <a:solidFill>
                  <a:srgbClr val="11264F"/>
                </a:solidFill>
              </a:rPr>
              <a:t>를 누르면 내컴퓨터에 저장됨</a:t>
            </a:r>
            <a:endParaRPr lang="en-US" altLang="ko-KR" sz="1500" b="1" dirty="0">
              <a:solidFill>
                <a:srgbClr val="11264F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53C7F734-A574-47E9-A47B-AE0A1FFED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4848" y="4286456"/>
            <a:ext cx="4322653" cy="2406005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F1986DBA-CFC5-4058-8FBA-492AF172510F}"/>
              </a:ext>
            </a:extLst>
          </p:cNvPr>
          <p:cNvCxnSpPr>
            <a:cxnSpLocks/>
            <a:stCxn id="10" idx="1"/>
          </p:cNvCxnSpPr>
          <p:nvPr/>
        </p:nvCxnSpPr>
        <p:spPr>
          <a:xfrm flipH="1">
            <a:off x="7907501" y="5058546"/>
            <a:ext cx="482677" cy="10801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30557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그룹 28"/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4" name="직사각형 3"/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45" name="제목 1"/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02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File Import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03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51" name="그룹 50"/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48" name="이등변 삼각형 47"/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49" name="직사각형 48"/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50" name="직사각형 49"/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  <p:pic>
        <p:nvPicPr>
          <p:cNvPr id="41" name="그림 40">
            <a:extLst>
              <a:ext uri="{FF2B5EF4-FFF2-40B4-BE49-F238E27FC236}">
                <a16:creationId xmlns:a16="http://schemas.microsoft.com/office/drawing/2014/main" id="{B8BE3C7F-B39A-4130-88C3-BFD585115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487" y="1681364"/>
            <a:ext cx="3518025" cy="4680000"/>
          </a:xfrm>
          <a:prstGeom prst="rect">
            <a:avLst/>
          </a:prstGeom>
          <a:ln>
            <a:solidFill>
              <a:srgbClr val="11264F"/>
            </a:solidFill>
          </a:ln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8F6688E9-4057-48B5-81DC-71758C7DC4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3000" y="1710671"/>
            <a:ext cx="4033371" cy="4284476"/>
          </a:xfrm>
          <a:prstGeom prst="rect">
            <a:avLst/>
          </a:prstGeom>
          <a:ln>
            <a:solidFill>
              <a:srgbClr val="11264F"/>
            </a:solidFill>
          </a:ln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1A384241-A3FF-4CDE-813C-7EAAEE54DD45}"/>
              </a:ext>
            </a:extLst>
          </p:cNvPr>
          <p:cNvSpPr txBox="1"/>
          <p:nvPr/>
        </p:nvSpPr>
        <p:spPr>
          <a:xfrm>
            <a:off x="344488" y="1101380"/>
            <a:ext cx="46085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</a:t>
            </a:r>
            <a:r>
              <a:rPr lang="ko-KR" altLang="en-US" sz="1500" b="1" dirty="0">
                <a:solidFill>
                  <a:srgbClr val="11264F"/>
                </a:solidFill>
              </a:rPr>
              <a:t>상단 메뉴 </a:t>
            </a:r>
            <a:r>
              <a:rPr lang="en-US" altLang="ko-KR" sz="1500" b="1" dirty="0">
                <a:solidFill>
                  <a:srgbClr val="11264F"/>
                </a:solidFill>
              </a:rPr>
              <a:t>– FILE – IMPORT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6807C37-6F6F-4911-AE79-F838F3D6BD37}"/>
              </a:ext>
            </a:extLst>
          </p:cNvPr>
          <p:cNvSpPr txBox="1"/>
          <p:nvPr/>
        </p:nvSpPr>
        <p:spPr>
          <a:xfrm>
            <a:off x="4706083" y="1101380"/>
            <a:ext cx="49530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General -&gt; Existing Projects Into Workspace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</p:spTree>
    <p:extLst>
      <p:ext uri="{BB962C8B-B14F-4D97-AF65-F5344CB8AC3E}">
        <p14:creationId xmlns:p14="http://schemas.microsoft.com/office/powerpoint/2010/main" val="3036797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550C18B-DADD-4B30-9B0F-DB777490F5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528" y="1701328"/>
            <a:ext cx="3407831" cy="4680000"/>
          </a:xfrm>
          <a:prstGeom prst="rect">
            <a:avLst/>
          </a:prstGeom>
        </p:spPr>
      </p:pic>
      <p:grpSp>
        <p:nvGrpSpPr>
          <p:cNvPr id="9" name="그룹 8">
            <a:extLst>
              <a:ext uri="{FF2B5EF4-FFF2-40B4-BE49-F238E27FC236}">
                <a16:creationId xmlns:a16="http://schemas.microsoft.com/office/drawing/2014/main" id="{177BA621-630C-4E02-941B-76EBF50EDC71}"/>
              </a:ext>
            </a:extLst>
          </p:cNvPr>
          <p:cNvGrpSpPr/>
          <p:nvPr/>
        </p:nvGrpSpPr>
        <p:grpSpPr>
          <a:xfrm>
            <a:off x="4664968" y="2132856"/>
            <a:ext cx="4953000" cy="2759224"/>
            <a:chOff x="3730572" y="3014079"/>
            <a:chExt cx="6143033" cy="3526915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7BC5FCC-4DAE-4106-9344-BA07970AA0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30572" y="3014079"/>
              <a:ext cx="6143033" cy="3526915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2FE1D9EF-1DE9-4E70-9FFA-9874BB75D7A8}"/>
                </a:ext>
              </a:extLst>
            </p:cNvPr>
            <p:cNvSpPr/>
            <p:nvPr/>
          </p:nvSpPr>
          <p:spPr>
            <a:xfrm>
              <a:off x="4736976" y="4221088"/>
              <a:ext cx="1857524" cy="333781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C18D962-6ED0-422C-87F7-003B393B071A}"/>
              </a:ext>
            </a:extLst>
          </p:cNvPr>
          <p:cNvSpPr txBox="1"/>
          <p:nvPr/>
        </p:nvSpPr>
        <p:spPr>
          <a:xfrm>
            <a:off x="344488" y="1101380"/>
            <a:ext cx="460851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3. Select archive file </a:t>
            </a:r>
            <a:r>
              <a:rPr lang="ko-KR" altLang="en-US" sz="1500" b="1" dirty="0">
                <a:solidFill>
                  <a:srgbClr val="11264F"/>
                </a:solidFill>
              </a:rPr>
              <a:t>선택 후 </a:t>
            </a:r>
            <a:r>
              <a:rPr lang="en-US" altLang="ko-KR" sz="1500" b="1" dirty="0">
                <a:solidFill>
                  <a:srgbClr val="11264F"/>
                </a:solidFill>
              </a:rPr>
              <a:t>Browse… </a:t>
            </a:r>
            <a:r>
              <a:rPr lang="ko-KR" altLang="en-US" sz="1500" b="1" dirty="0">
                <a:solidFill>
                  <a:srgbClr val="11264F"/>
                </a:solidFill>
              </a:rPr>
              <a:t>선택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46A606B-B5AC-4BED-932D-F2BD5FAA4ABA}"/>
              </a:ext>
            </a:extLst>
          </p:cNvPr>
          <p:cNvSpPr txBox="1"/>
          <p:nvPr/>
        </p:nvSpPr>
        <p:spPr>
          <a:xfrm>
            <a:off x="4706083" y="1101380"/>
            <a:ext cx="49530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4. </a:t>
            </a:r>
            <a:r>
              <a:rPr lang="ko-KR" altLang="en-US" sz="1500" b="1" dirty="0">
                <a:solidFill>
                  <a:srgbClr val="11264F"/>
                </a:solidFill>
              </a:rPr>
              <a:t>삽입할 압축파일</a:t>
            </a:r>
            <a:r>
              <a:rPr lang="en-US" altLang="ko-KR" sz="1500" b="1" dirty="0">
                <a:solidFill>
                  <a:srgbClr val="11264F"/>
                </a:solidFill>
              </a:rPr>
              <a:t>(.zip) </a:t>
            </a:r>
            <a:r>
              <a:rPr lang="ko-KR" altLang="en-US" sz="1500" b="1" dirty="0">
                <a:solidFill>
                  <a:srgbClr val="11264F"/>
                </a:solidFill>
              </a:rPr>
              <a:t>선택하여 열기 후 </a:t>
            </a:r>
            <a:r>
              <a:rPr lang="en-US" altLang="ko-KR" sz="1500" b="1" dirty="0">
                <a:solidFill>
                  <a:srgbClr val="11264F"/>
                </a:solidFill>
              </a:rPr>
              <a:t>finish</a:t>
            </a:r>
            <a:endParaRPr lang="ko-KR" altLang="en-US" sz="1500" b="1" dirty="0">
              <a:solidFill>
                <a:srgbClr val="11264F"/>
              </a:solidFill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51532586-26A6-4708-AD5C-968725A67EEB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F23E712-E9CE-4F8A-820A-CEE4B4A85C0B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18" name="제목 1">
              <a:extLst>
                <a:ext uri="{FF2B5EF4-FFF2-40B4-BE49-F238E27FC236}">
                  <a16:creationId xmlns:a16="http://schemas.microsoft.com/office/drawing/2014/main" id="{0A812D39-323D-4A91-847B-5F6B6ECB5C0F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02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File Import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03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C4C750D1-E637-4350-9DF4-A34BE1746183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0" name="이등변 삼각형 19">
                <a:extLst>
                  <a:ext uri="{FF2B5EF4-FFF2-40B4-BE49-F238E27FC236}">
                    <a16:creationId xmlns:a16="http://schemas.microsoft.com/office/drawing/2014/main" id="{1E851001-7869-4D33-8B15-1408D021846E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2DAF459E-7D40-4A39-8BAD-F3086B1C0E1F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7EA3F4C3-FFB4-4773-9BBC-C3F9880BE339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571442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C5A2756D-5C19-4155-BF42-378BD47D3CF1}"/>
              </a:ext>
            </a:extLst>
          </p:cNvPr>
          <p:cNvSpPr txBox="1"/>
          <p:nvPr/>
        </p:nvSpPr>
        <p:spPr>
          <a:xfrm>
            <a:off x="344488" y="1101380"/>
            <a:ext cx="9217024" cy="8156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5. </a:t>
            </a:r>
            <a:r>
              <a:rPr lang="ko-KR" altLang="en-US" sz="1500" b="1" dirty="0">
                <a:solidFill>
                  <a:srgbClr val="11264F"/>
                </a:solidFill>
              </a:rPr>
              <a:t>프로젝트 </a:t>
            </a:r>
            <a:r>
              <a:rPr lang="en-US" altLang="ko-KR" sz="1500" b="1" dirty="0">
                <a:solidFill>
                  <a:srgbClr val="11264F"/>
                </a:solidFill>
              </a:rPr>
              <a:t>Import </a:t>
            </a:r>
            <a:r>
              <a:rPr lang="ko-KR" altLang="en-US" sz="1500" b="1" dirty="0">
                <a:solidFill>
                  <a:srgbClr val="11264F"/>
                </a:solidFill>
              </a:rPr>
              <a:t>후 </a:t>
            </a:r>
            <a:r>
              <a:rPr lang="en-US" altLang="ko-KR" sz="1500" b="1" dirty="0">
                <a:solidFill>
                  <a:srgbClr val="11264F"/>
                </a:solidFill>
              </a:rPr>
              <a:t>Sever.xml</a:t>
            </a:r>
            <a:r>
              <a:rPr lang="ko-KR" altLang="en-US" sz="1500" b="1" dirty="0">
                <a:solidFill>
                  <a:srgbClr val="11264F"/>
                </a:solidFill>
              </a:rPr>
              <a:t>에 자동으로 등록이 안되기 때문에 </a:t>
            </a:r>
            <a:r>
              <a:rPr lang="en-US" altLang="ko-KR" sz="1500" b="1" dirty="0" err="1">
                <a:solidFill>
                  <a:srgbClr val="11264F"/>
                </a:solidFill>
              </a:rPr>
              <a:t>login.jsp</a:t>
            </a:r>
            <a:r>
              <a:rPr lang="ko-KR" altLang="en-US" sz="1500" b="1" dirty="0">
                <a:solidFill>
                  <a:srgbClr val="11264F"/>
                </a:solidFill>
              </a:rPr>
              <a:t>를 실행하여 등록하거나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&lt;Context </a:t>
            </a:r>
            <a:r>
              <a:rPr lang="en-US" altLang="ko-KR" sz="1500" b="1" u="none" strike="noStrike" dirty="0" err="1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docBase</a:t>
            </a:r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="Team3_Administrator" path="/Team3_Administrator" reloadable="true" source="org.eclipse.jst.jee.server:Team3_Administrator"/&gt; </a:t>
            </a:r>
            <a:r>
              <a:rPr lang="ko-KR" altLang="en-US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코드를 </a:t>
            </a:r>
            <a:r>
              <a:rPr lang="en-US" altLang="ko-KR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Server.xml</a:t>
            </a:r>
            <a:r>
              <a:rPr lang="ko-KR" altLang="en-US" sz="1500" b="1" u="none" strike="noStrike" dirty="0">
                <a:solidFill>
                  <a:srgbClr val="11264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</a:rPr>
              <a:t>에 직접 작성</a:t>
            </a:r>
            <a:endParaRPr lang="ko-KR" altLang="en-US" sz="1500" b="1" dirty="0">
              <a:solidFill>
                <a:srgbClr val="11264F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786C06FE-CCA5-41B1-94E1-F6C39534F116}"/>
              </a:ext>
            </a:extLst>
          </p:cNvPr>
          <p:cNvGrpSpPr/>
          <p:nvPr/>
        </p:nvGrpSpPr>
        <p:grpSpPr>
          <a:xfrm>
            <a:off x="0" y="2507180"/>
            <a:ext cx="9906000" cy="2016224"/>
            <a:chOff x="0" y="2398617"/>
            <a:chExt cx="9906000" cy="2016224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0A0CBED6-384C-4759-91C2-3EE23F971A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780928"/>
              <a:ext cx="9906000" cy="1633913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1B0CDFE-8C63-494E-87A8-9AB803C21D69}"/>
                </a:ext>
              </a:extLst>
            </p:cNvPr>
            <p:cNvSpPr txBox="1"/>
            <p:nvPr/>
          </p:nvSpPr>
          <p:spPr>
            <a:xfrm>
              <a:off x="184817" y="2398617"/>
              <a:ext cx="1640632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500" b="1" dirty="0">
                  <a:solidFill>
                    <a:srgbClr val="11264F"/>
                  </a:solidFill>
                </a:rPr>
                <a:t>Context</a:t>
              </a:r>
              <a:r>
                <a:rPr lang="ko-KR" altLang="en-US" sz="1500" b="1" dirty="0">
                  <a:solidFill>
                    <a:srgbClr val="11264F"/>
                  </a:solidFill>
                </a:rPr>
                <a:t>등록 전</a:t>
              </a:r>
            </a:p>
          </p:txBody>
        </p:sp>
      </p:grp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E2EDAE3-BC71-4B49-A96C-57F614B0EF80}"/>
              </a:ext>
            </a:extLst>
          </p:cNvPr>
          <p:cNvGrpSpPr/>
          <p:nvPr/>
        </p:nvGrpSpPr>
        <p:grpSpPr>
          <a:xfrm>
            <a:off x="0" y="4662366"/>
            <a:ext cx="9906000" cy="2066006"/>
            <a:chOff x="0" y="4473987"/>
            <a:chExt cx="9906000" cy="2066006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51DC08F2-4193-4210-8849-AA5E6A09F09C}"/>
                </a:ext>
              </a:extLst>
            </p:cNvPr>
            <p:cNvGrpSpPr/>
            <p:nvPr/>
          </p:nvGrpSpPr>
          <p:grpSpPr>
            <a:xfrm>
              <a:off x="0" y="4797152"/>
              <a:ext cx="9906000" cy="1742841"/>
              <a:chOff x="0" y="4290893"/>
              <a:chExt cx="9906000" cy="1742841"/>
            </a:xfrm>
          </p:grpSpPr>
          <p:pic>
            <p:nvPicPr>
              <p:cNvPr id="20" name="그림 19">
                <a:extLst>
                  <a:ext uri="{FF2B5EF4-FFF2-40B4-BE49-F238E27FC236}">
                    <a16:creationId xmlns:a16="http://schemas.microsoft.com/office/drawing/2014/main" id="{228A02C3-30CC-4523-9CA5-CE6A34B640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0" y="4290893"/>
                <a:ext cx="9906000" cy="1742841"/>
              </a:xfrm>
              <a:prstGeom prst="rect">
                <a:avLst/>
              </a:prstGeom>
            </p:spPr>
          </p:pic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06920AAD-144F-49E0-917C-657C9D2F08F7}"/>
                  </a:ext>
                </a:extLst>
              </p:cNvPr>
              <p:cNvSpPr/>
              <p:nvPr/>
            </p:nvSpPr>
            <p:spPr>
              <a:xfrm>
                <a:off x="344488" y="5733256"/>
                <a:ext cx="6696744" cy="21602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107A09C-FEDE-405E-A73C-CB2ABF4FE031}"/>
                </a:ext>
              </a:extLst>
            </p:cNvPr>
            <p:cNvSpPr txBox="1"/>
            <p:nvPr/>
          </p:nvSpPr>
          <p:spPr>
            <a:xfrm>
              <a:off x="184817" y="4473987"/>
              <a:ext cx="1640632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atinLnBrk="1"/>
              <a:r>
                <a:rPr lang="en-US" altLang="ko-KR" sz="1500" b="1" dirty="0">
                  <a:solidFill>
                    <a:srgbClr val="11264F"/>
                  </a:solidFill>
                </a:rPr>
                <a:t>Context</a:t>
              </a:r>
              <a:r>
                <a:rPr lang="ko-KR" altLang="en-US" sz="1500" b="1" dirty="0">
                  <a:solidFill>
                    <a:srgbClr val="11264F"/>
                  </a:solidFill>
                </a:rPr>
                <a:t>등록 후</a:t>
              </a:r>
            </a:p>
          </p:txBody>
        </p:sp>
      </p:grp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C51FF6E-8B2D-4F80-B915-938D4A71B67F}"/>
              </a:ext>
            </a:extLst>
          </p:cNvPr>
          <p:cNvGrpSpPr/>
          <p:nvPr/>
        </p:nvGrpSpPr>
        <p:grpSpPr>
          <a:xfrm>
            <a:off x="6663658" y="2082415"/>
            <a:ext cx="3057525" cy="1390650"/>
            <a:chOff x="6663658" y="2082415"/>
            <a:chExt cx="3057525" cy="1390650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30530146-4BC9-4B82-AAF1-E05C7B9D0A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63658" y="2082415"/>
              <a:ext cx="3057525" cy="1390650"/>
            </a:xfrm>
            <a:prstGeom prst="rect">
              <a:avLst/>
            </a:prstGeom>
          </p:spPr>
        </p:pic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CA2DB97-ADBF-4515-8D52-E90958D04FA9}"/>
                </a:ext>
              </a:extLst>
            </p:cNvPr>
            <p:cNvSpPr/>
            <p:nvPr/>
          </p:nvSpPr>
          <p:spPr>
            <a:xfrm>
              <a:off x="7041232" y="2924944"/>
              <a:ext cx="1348946" cy="2160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E3C3A0AB-148A-4427-B24C-A237D3ED19CE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3BF88287-CAF4-4DE3-8D40-C1A11406CA5B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47499B87-2074-45CC-895C-E9E7CFB4E862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02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Context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등록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03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525737E0-D411-4A96-84EB-16A1E61780F7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7" name="이등변 삼각형 26">
                <a:extLst>
                  <a:ext uri="{FF2B5EF4-FFF2-40B4-BE49-F238E27FC236}">
                    <a16:creationId xmlns:a16="http://schemas.microsoft.com/office/drawing/2014/main" id="{17ED45A6-E1EB-4821-A15C-3A19075822D5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FCADC508-A00A-4C6E-9011-273B1488D347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825C1287-215D-4C57-A95B-0FC49D9A7EBC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168340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>
            <a:extLst>
              <a:ext uri="{FF2B5EF4-FFF2-40B4-BE49-F238E27FC236}">
                <a16:creationId xmlns:a16="http://schemas.microsoft.com/office/drawing/2014/main" id="{49134D97-49E9-4385-9F25-B236DEC1CEF0}"/>
              </a:ext>
            </a:extLst>
          </p:cNvPr>
          <p:cNvGrpSpPr/>
          <p:nvPr/>
        </p:nvGrpSpPr>
        <p:grpSpPr>
          <a:xfrm>
            <a:off x="0" y="3933056"/>
            <a:ext cx="9906000" cy="2000435"/>
            <a:chOff x="0" y="2428782"/>
            <a:chExt cx="9906000" cy="2000435"/>
          </a:xfrm>
        </p:grpSpPr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C2536E77-39B7-4CC3-A9C9-24B5EEAC2C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2428782"/>
              <a:ext cx="9906000" cy="2000435"/>
            </a:xfrm>
            <a:prstGeom prst="rect">
              <a:avLst/>
            </a:prstGeom>
          </p:spPr>
        </p:pic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36ED35FF-1B04-44BD-A58C-CD591A331752}"/>
                </a:ext>
              </a:extLst>
            </p:cNvPr>
            <p:cNvSpPr/>
            <p:nvPr/>
          </p:nvSpPr>
          <p:spPr>
            <a:xfrm>
              <a:off x="488504" y="3861048"/>
              <a:ext cx="9417496" cy="504056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552B7C5-5A1E-493D-A6EC-51B3EBDEDBDC}"/>
              </a:ext>
            </a:extLst>
          </p:cNvPr>
          <p:cNvSpPr txBox="1"/>
          <p:nvPr/>
        </p:nvSpPr>
        <p:spPr>
          <a:xfrm>
            <a:off x="344488" y="1101380"/>
            <a:ext cx="92170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6. </a:t>
            </a:r>
            <a:r>
              <a:rPr lang="ko-KR" altLang="en-US" sz="1500" b="1" dirty="0">
                <a:solidFill>
                  <a:srgbClr val="11264F"/>
                </a:solidFill>
              </a:rPr>
              <a:t>오라클 </a:t>
            </a:r>
            <a:r>
              <a:rPr lang="en-US" altLang="ko-KR" sz="1500" b="1" dirty="0">
                <a:solidFill>
                  <a:srgbClr val="11264F"/>
                </a:solidFill>
              </a:rPr>
              <a:t>DBCP </a:t>
            </a:r>
            <a:r>
              <a:rPr lang="ko-KR" altLang="en-US" sz="1500" b="1" dirty="0">
                <a:solidFill>
                  <a:srgbClr val="11264F"/>
                </a:solidFill>
              </a:rPr>
              <a:t>방식을 사용하기 위해 해당 프로젝트 </a:t>
            </a:r>
            <a:r>
              <a:rPr lang="en-US" altLang="ko-KR" sz="1500" b="1" dirty="0">
                <a:solidFill>
                  <a:srgbClr val="11264F"/>
                </a:solidFill>
              </a:rPr>
              <a:t>Context</a:t>
            </a:r>
            <a:r>
              <a:rPr lang="ko-KR" altLang="en-US" sz="1500" b="1" dirty="0">
                <a:solidFill>
                  <a:srgbClr val="11264F"/>
                </a:solidFill>
              </a:rPr>
              <a:t>내에 설정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&lt;Resource auth="Container"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driverClassName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oracle.jdbc.driver.OracleDriver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maxActive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="100"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maxIdle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="30"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maxWait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="10000" name="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jdbc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/oracle" password="team3" type="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javax.sql.DataSource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" 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url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="</a:t>
            </a:r>
            <a:r>
              <a:rPr lang="en-US" altLang="ko-KR" sz="1500" b="1" i="0" u="none" dirty="0" err="1">
                <a:solidFill>
                  <a:srgbClr val="11264F"/>
                </a:solidFill>
                <a:latin typeface="+mn-lt"/>
                <a:ea typeface="+mn-ea"/>
                <a:cs typeface="+mn-cs"/>
              </a:rPr>
              <a:t>jdbc:oracle:thin</a:t>
            </a:r>
            <a:r>
              <a:rPr lang="en-US" altLang="ko-KR" sz="1500" b="1" i="0" u="none" dirty="0">
                <a:solidFill>
                  <a:srgbClr val="11264F"/>
                </a:solidFill>
                <a:latin typeface="+mn-lt"/>
                <a:ea typeface="+mn-ea"/>
                <a:cs typeface="+mn-cs"/>
              </a:rPr>
              <a:t>:@localhost:1521:orcl" username="team3"/&gt; </a:t>
            </a:r>
          </a:p>
          <a:p>
            <a:pPr latinLnBrk="1"/>
            <a:endParaRPr lang="en-US" altLang="ko-KR" sz="500" b="1" i="0" u="none" dirty="0">
              <a:solidFill>
                <a:srgbClr val="11264F"/>
              </a:solidFill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ko-KR" sz="1500" b="1" dirty="0">
                <a:solidFill>
                  <a:srgbClr val="FF0000"/>
                </a:solidFill>
              </a:rPr>
              <a:t>* username</a:t>
            </a:r>
            <a:r>
              <a:rPr lang="ko-KR" altLang="en-US" sz="1500" b="1" dirty="0">
                <a:solidFill>
                  <a:srgbClr val="FF0000"/>
                </a:solidFill>
              </a:rPr>
              <a:t>과 </a:t>
            </a:r>
            <a:r>
              <a:rPr lang="en-US" altLang="ko-KR" sz="1500" b="1" dirty="0">
                <a:solidFill>
                  <a:srgbClr val="FF0000"/>
                </a:solidFill>
              </a:rPr>
              <a:t>password</a:t>
            </a:r>
            <a:r>
              <a:rPr lang="ko-KR" altLang="en-US" sz="1500" b="1" dirty="0">
                <a:solidFill>
                  <a:srgbClr val="FF0000"/>
                </a:solidFill>
              </a:rPr>
              <a:t>는 자신의 오라클 아이디와 비밀번호에 맞게 수정 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05797723-4A32-45A2-9CD6-872AB64A7EFA}"/>
              </a:ext>
            </a:extLst>
          </p:cNvPr>
          <p:cNvGrpSpPr/>
          <p:nvPr/>
        </p:nvGrpSpPr>
        <p:grpSpPr>
          <a:xfrm>
            <a:off x="6663658" y="2958965"/>
            <a:ext cx="3057525" cy="1390650"/>
            <a:chOff x="6663658" y="2082415"/>
            <a:chExt cx="3057525" cy="1390650"/>
          </a:xfrm>
        </p:grpSpPr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F9FB2E71-7794-4E2A-BF54-6C1272666D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63658" y="2082415"/>
              <a:ext cx="3057525" cy="1390650"/>
            </a:xfrm>
            <a:prstGeom prst="rect">
              <a:avLst/>
            </a:prstGeom>
          </p:spPr>
        </p:pic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7AABFB41-5444-4BEB-8484-6611AD149678}"/>
                </a:ext>
              </a:extLst>
            </p:cNvPr>
            <p:cNvSpPr/>
            <p:nvPr/>
          </p:nvSpPr>
          <p:spPr>
            <a:xfrm>
              <a:off x="7041232" y="2924944"/>
              <a:ext cx="1348946" cy="21602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023DD029-42DD-45DC-9C78-6EFA4A173051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909FA7F2-4249-4662-A2F8-37D4517716F6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25" name="제목 1">
              <a:extLst>
                <a:ext uri="{FF2B5EF4-FFF2-40B4-BE49-F238E27FC236}">
                  <a16:creationId xmlns:a16="http://schemas.microsoft.com/office/drawing/2014/main" id="{A42505D8-3FA0-4D9A-893B-E9FF2B080EB8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02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DBCP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설정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03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0D374E5B-D01C-4ED2-B56B-D5E27AF6D233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27" name="이등변 삼각형 26">
                <a:extLst>
                  <a:ext uri="{FF2B5EF4-FFF2-40B4-BE49-F238E27FC236}">
                    <a16:creationId xmlns:a16="http://schemas.microsoft.com/office/drawing/2014/main" id="{5AD61AE9-6B6C-4C36-B40D-8C6D5363F525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8" name="직사각형 27">
                <a:extLst>
                  <a:ext uri="{FF2B5EF4-FFF2-40B4-BE49-F238E27FC236}">
                    <a16:creationId xmlns:a16="http://schemas.microsoft.com/office/drawing/2014/main" id="{00DB18D9-1EA1-4288-947E-54B5A0421E70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9" name="직사각형 28">
                <a:extLst>
                  <a:ext uri="{FF2B5EF4-FFF2-40B4-BE49-F238E27FC236}">
                    <a16:creationId xmlns:a16="http://schemas.microsoft.com/office/drawing/2014/main" id="{B3E23448-4C84-42CA-AE87-2ADEBB364CF5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375051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4080F042-9E10-4B8F-90FE-B73873EF20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332" y="2204864"/>
            <a:ext cx="7977336" cy="429309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02D13D8-6138-4FE4-8D22-4ACDB86554E1}"/>
              </a:ext>
            </a:extLst>
          </p:cNvPr>
          <p:cNvSpPr txBox="1"/>
          <p:nvPr/>
        </p:nvSpPr>
        <p:spPr>
          <a:xfrm>
            <a:off x="344488" y="1101380"/>
            <a:ext cx="921702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7. </a:t>
            </a:r>
            <a:r>
              <a:rPr lang="ko-KR" altLang="en-US" sz="1500" b="1" dirty="0">
                <a:solidFill>
                  <a:srgbClr val="11264F"/>
                </a:solidFill>
              </a:rPr>
              <a:t>위의 세팅을 하고 </a:t>
            </a:r>
            <a:r>
              <a:rPr lang="en-US" altLang="ko-KR" sz="1500" b="1" dirty="0" err="1">
                <a:solidFill>
                  <a:srgbClr val="11264F"/>
                </a:solidFill>
              </a:rPr>
              <a:t>login.jsp</a:t>
            </a:r>
            <a:r>
              <a:rPr lang="ko-KR" altLang="en-US" sz="1500" b="1" dirty="0">
                <a:solidFill>
                  <a:srgbClr val="11264F"/>
                </a:solidFill>
              </a:rPr>
              <a:t>를 켜서 </a:t>
            </a:r>
            <a:r>
              <a:rPr lang="en-US" altLang="ko-KR" sz="1500" b="1" dirty="0">
                <a:solidFill>
                  <a:srgbClr val="11264F"/>
                </a:solidFill>
              </a:rPr>
              <a:t>Ctrl + F11</a:t>
            </a:r>
            <a:r>
              <a:rPr lang="ko-KR" altLang="en-US" sz="1500" b="1" dirty="0">
                <a:solidFill>
                  <a:srgbClr val="11264F"/>
                </a:solidFill>
              </a:rPr>
              <a:t>을 눌러 실행하면 아래와 같은 화면이 출력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endParaRPr lang="en-US" altLang="ko-KR" sz="500" b="1" dirty="0">
              <a:solidFill>
                <a:srgbClr val="11264F"/>
              </a:solidFill>
            </a:endParaRPr>
          </a:p>
          <a:p>
            <a:pPr latinLnBrk="1"/>
            <a:r>
              <a:rPr lang="ko-KR" altLang="en-US" sz="1500" b="1" dirty="0">
                <a:solidFill>
                  <a:srgbClr val="C00000"/>
                </a:solidFill>
              </a:rPr>
              <a:t>관리자사이트</a:t>
            </a:r>
            <a:r>
              <a:rPr lang="en-US" altLang="ko-KR" sz="1500" b="1" dirty="0">
                <a:solidFill>
                  <a:srgbClr val="C00000"/>
                </a:solidFill>
              </a:rPr>
              <a:t>) </a:t>
            </a:r>
            <a:r>
              <a:rPr lang="ko-KR" altLang="en-US" sz="1500" b="1" dirty="0">
                <a:solidFill>
                  <a:srgbClr val="C00000"/>
                </a:solidFill>
              </a:rPr>
              <a:t>관리자 아이디 </a:t>
            </a:r>
            <a:r>
              <a:rPr lang="en-US" altLang="ko-KR" sz="1500" b="1" dirty="0">
                <a:solidFill>
                  <a:srgbClr val="C00000"/>
                </a:solidFill>
              </a:rPr>
              <a:t>11111111 / </a:t>
            </a:r>
            <a:r>
              <a:rPr lang="ko-KR" altLang="en-US" sz="1500" b="1" dirty="0">
                <a:solidFill>
                  <a:srgbClr val="C00000"/>
                </a:solidFill>
              </a:rPr>
              <a:t>비밀번호 </a:t>
            </a:r>
            <a:r>
              <a:rPr lang="en-US" altLang="ko-KR" sz="1500" b="1" dirty="0">
                <a:solidFill>
                  <a:srgbClr val="C00000"/>
                </a:solidFill>
              </a:rPr>
              <a:t>test</a:t>
            </a:r>
          </a:p>
          <a:p>
            <a:pPr latinLnBrk="1"/>
            <a:r>
              <a:rPr lang="ko-KR" altLang="en-US" sz="1500" b="1" dirty="0">
                <a:solidFill>
                  <a:srgbClr val="C00000"/>
                </a:solidFill>
              </a:rPr>
              <a:t>학생사이트</a:t>
            </a:r>
            <a:r>
              <a:rPr lang="en-US" altLang="ko-KR" sz="1500" b="1" dirty="0">
                <a:solidFill>
                  <a:srgbClr val="C00000"/>
                </a:solidFill>
              </a:rPr>
              <a:t>) </a:t>
            </a:r>
            <a:r>
              <a:rPr lang="ko-KR" altLang="en-US" sz="1500" b="1" dirty="0">
                <a:solidFill>
                  <a:srgbClr val="C00000"/>
                </a:solidFill>
              </a:rPr>
              <a:t>학생 아이디 </a:t>
            </a:r>
            <a:r>
              <a:rPr lang="en-US" altLang="ko-KR" sz="1500" b="1" dirty="0">
                <a:solidFill>
                  <a:srgbClr val="C00000"/>
                </a:solidFill>
              </a:rPr>
              <a:t>20201350 / </a:t>
            </a:r>
            <a:r>
              <a:rPr lang="ko-KR" altLang="en-US" sz="1500" b="1" dirty="0">
                <a:solidFill>
                  <a:srgbClr val="C00000"/>
                </a:solidFill>
              </a:rPr>
              <a:t>비밀번호 </a:t>
            </a:r>
            <a:r>
              <a:rPr lang="en-US" altLang="ko-KR" sz="1500" b="1" dirty="0">
                <a:solidFill>
                  <a:srgbClr val="C00000"/>
                </a:solidFill>
              </a:rPr>
              <a:t>test</a:t>
            </a:r>
            <a:endParaRPr lang="ko-KR" altLang="en-US" sz="1500" b="1" dirty="0">
              <a:solidFill>
                <a:srgbClr val="C0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DCE129A-4E56-4BB1-A30F-F31FEE69DF35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DD9C3021-FB89-41E5-95D7-611349D5BB64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13" name="제목 1">
              <a:extLst>
                <a:ext uri="{FF2B5EF4-FFF2-40B4-BE49-F238E27FC236}">
                  <a16:creationId xmlns:a16="http://schemas.microsoft.com/office/drawing/2014/main" id="{220D6916-D4DC-4763-82CC-92309465EA89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02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이클립스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실행  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03</a:t>
              </a:r>
              <a:endParaRPr lang="en-US" sz="2000" b="1" dirty="0">
                <a:solidFill>
                  <a:schemeClr val="bg1">
                    <a:lumMod val="75000"/>
                  </a:schemeClr>
                </a:solidFill>
                <a:latin typeface="+mn-ea"/>
                <a:ea typeface="+mn-ea"/>
              </a:endParaRPr>
            </a:p>
          </p:txBody>
        </p:sp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A5A195F8-3B2C-441C-96CA-1BF278BAB17D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15" name="이등변 삼각형 14">
                <a:extLst>
                  <a:ext uri="{FF2B5EF4-FFF2-40B4-BE49-F238E27FC236}">
                    <a16:creationId xmlns:a16="http://schemas.microsoft.com/office/drawing/2014/main" id="{EF2B13C9-7693-4A0C-A1FE-A347E57E74C7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86057FEC-1C0E-4332-941A-479B9DE68AC1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4" name="직사각형 23">
                <a:extLst>
                  <a:ext uri="{FF2B5EF4-FFF2-40B4-BE49-F238E27FC236}">
                    <a16:creationId xmlns:a16="http://schemas.microsoft.com/office/drawing/2014/main" id="{86025ABD-CD1F-4E5F-9F7F-0528F46696FC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35446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1179556-964B-4E07-B182-4D60B4322A8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6286"/>
          <a:stretch/>
        </p:blipFill>
        <p:spPr>
          <a:xfrm>
            <a:off x="0" y="4553210"/>
            <a:ext cx="9906000" cy="2107254"/>
          </a:xfrm>
          <a:prstGeom prst="rect">
            <a:avLst/>
          </a:prstGeom>
          <a:ln>
            <a:solidFill>
              <a:srgbClr val="11264F"/>
            </a:solidFill>
          </a:ln>
        </p:spPr>
      </p:pic>
      <p:grpSp>
        <p:nvGrpSpPr>
          <p:cNvPr id="10" name="그룹 9">
            <a:extLst>
              <a:ext uri="{FF2B5EF4-FFF2-40B4-BE49-F238E27FC236}">
                <a16:creationId xmlns:a16="http://schemas.microsoft.com/office/drawing/2014/main" id="{6DBFD39B-C829-4D4A-8E94-3E8CCC4A1296}"/>
              </a:ext>
            </a:extLst>
          </p:cNvPr>
          <p:cNvGrpSpPr/>
          <p:nvPr/>
        </p:nvGrpSpPr>
        <p:grpSpPr>
          <a:xfrm>
            <a:off x="0" y="1551025"/>
            <a:ext cx="9906000" cy="1800200"/>
            <a:chOff x="0" y="1844824"/>
            <a:chExt cx="9906000" cy="1800200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2C3A9987-D64D-4E29-A012-669C49D93B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b="8892"/>
            <a:stretch/>
          </p:blipFill>
          <p:spPr>
            <a:xfrm>
              <a:off x="0" y="1844824"/>
              <a:ext cx="9906000" cy="1800200"/>
            </a:xfrm>
            <a:prstGeom prst="rect">
              <a:avLst/>
            </a:prstGeom>
            <a:ln>
              <a:solidFill>
                <a:srgbClr val="11264F"/>
              </a:solidFill>
            </a:ln>
          </p:spPr>
        </p:pic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3ED233C-CC5A-46A7-957C-E4CC43B64746}"/>
                </a:ext>
              </a:extLst>
            </p:cNvPr>
            <p:cNvSpPr/>
            <p:nvPr/>
          </p:nvSpPr>
          <p:spPr>
            <a:xfrm>
              <a:off x="1447850" y="3307404"/>
              <a:ext cx="1512168" cy="337620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60DEF396-9EAC-495D-A199-BBB48A79C245}"/>
              </a:ext>
            </a:extLst>
          </p:cNvPr>
          <p:cNvSpPr txBox="1"/>
          <p:nvPr/>
        </p:nvSpPr>
        <p:spPr>
          <a:xfrm>
            <a:off x="344488" y="1101380"/>
            <a:ext cx="921702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1. 5_team3.sql : </a:t>
            </a:r>
            <a:r>
              <a:rPr lang="ko-KR" altLang="en-US" sz="1500" b="1" dirty="0">
                <a:solidFill>
                  <a:srgbClr val="11264F"/>
                </a:solidFill>
              </a:rPr>
              <a:t>학사관리시스템에 필요한 테이블이나 데이터에 대한 쿼리가 담긴 스크립트 파일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8F47B68-6635-4563-A1BF-F5E30339444D}"/>
              </a:ext>
            </a:extLst>
          </p:cNvPr>
          <p:cNvSpPr txBox="1"/>
          <p:nvPr/>
        </p:nvSpPr>
        <p:spPr>
          <a:xfrm>
            <a:off x="344488" y="3940448"/>
            <a:ext cx="921702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2. </a:t>
            </a:r>
            <a:r>
              <a:rPr lang="en-US" altLang="ko-KR" sz="1500" b="1" dirty="0" err="1">
                <a:solidFill>
                  <a:srgbClr val="11264F"/>
                </a:solidFill>
              </a:rPr>
              <a:t>sql</a:t>
            </a:r>
            <a:r>
              <a:rPr lang="ko-KR" altLang="en-US" sz="1500" b="1" dirty="0">
                <a:solidFill>
                  <a:srgbClr val="11264F"/>
                </a:solidFill>
              </a:rPr>
              <a:t> 작성시트에 아래와 같이 입력하면 </a:t>
            </a:r>
            <a:r>
              <a:rPr lang="en-US" altLang="ko-KR" sz="1500" b="1" dirty="0">
                <a:solidFill>
                  <a:srgbClr val="11264F"/>
                </a:solidFill>
              </a:rPr>
              <a:t>5_team3_sql</a:t>
            </a:r>
            <a:r>
              <a:rPr lang="ko-KR" altLang="en-US" sz="1500" b="1" dirty="0">
                <a:solidFill>
                  <a:srgbClr val="11264F"/>
                </a:solidFill>
              </a:rPr>
              <a:t>에 있는 쿼리가 실행되어 테이블과 데이터가 삽입</a:t>
            </a:r>
            <a:endParaRPr lang="en-US" altLang="ko-KR" sz="1500" b="1" dirty="0">
              <a:solidFill>
                <a:srgbClr val="11264F"/>
              </a:solidFill>
            </a:endParaRPr>
          </a:p>
          <a:p>
            <a:pPr latinLnBrk="1"/>
            <a:r>
              <a:rPr lang="en-US" altLang="ko-KR" sz="1500" b="1" dirty="0">
                <a:solidFill>
                  <a:srgbClr val="11264F"/>
                </a:solidFill>
              </a:rPr>
              <a:t>@</a:t>
            </a:r>
            <a:r>
              <a:rPr lang="ko-KR" altLang="en-US" sz="1500" b="1" dirty="0">
                <a:solidFill>
                  <a:srgbClr val="11264F"/>
                </a:solidFill>
              </a:rPr>
              <a:t>파일위치</a:t>
            </a:r>
            <a:r>
              <a:rPr lang="en-US" altLang="ko-KR" sz="1500" b="1" dirty="0">
                <a:solidFill>
                  <a:srgbClr val="11264F"/>
                </a:solidFill>
              </a:rPr>
              <a:t>\5_team3.sql;</a:t>
            </a:r>
            <a:endParaRPr lang="ko-KR" altLang="en-US" sz="1500" b="1" dirty="0">
              <a:solidFill>
                <a:srgbClr val="FF0000"/>
              </a:solidFill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FC249561-490A-4FD9-B2DB-AA2212643899}"/>
              </a:ext>
            </a:extLst>
          </p:cNvPr>
          <p:cNvGrpSpPr/>
          <p:nvPr/>
        </p:nvGrpSpPr>
        <p:grpSpPr>
          <a:xfrm>
            <a:off x="0" y="188639"/>
            <a:ext cx="9906000" cy="729947"/>
            <a:chOff x="0" y="188639"/>
            <a:chExt cx="9906000" cy="729947"/>
          </a:xfrm>
        </p:grpSpPr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C7CCF394-501C-486F-AE45-DAD9D7A228DF}"/>
                </a:ext>
              </a:extLst>
            </p:cNvPr>
            <p:cNvSpPr/>
            <p:nvPr/>
          </p:nvSpPr>
          <p:spPr>
            <a:xfrm>
              <a:off x="0" y="824266"/>
              <a:ext cx="9906000" cy="94320"/>
            </a:xfrm>
            <a:prstGeom prst="rect">
              <a:avLst/>
            </a:prstGeom>
            <a:solidFill>
              <a:srgbClr val="11264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17" name="제목 1">
              <a:extLst>
                <a:ext uri="{FF2B5EF4-FFF2-40B4-BE49-F238E27FC236}">
                  <a16:creationId xmlns:a16="http://schemas.microsoft.com/office/drawing/2014/main" id="{62331D72-3242-428E-A694-9ED07A6A88CE}"/>
                </a:ext>
              </a:extLst>
            </p:cNvPr>
            <p:cNvSpPr txBox="1">
              <a:spLocks/>
            </p:cNvSpPr>
            <p:nvPr/>
          </p:nvSpPr>
          <p:spPr>
            <a:xfrm>
              <a:off x="3" y="188639"/>
              <a:ext cx="8390175" cy="726759"/>
            </a:xfrm>
            <a:prstGeom prst="rect">
              <a:avLst/>
            </a:prstGeom>
            <a:noFill/>
            <a:ln>
              <a:noFill/>
            </a:ln>
          </p:spPr>
          <p:txBody>
            <a:bodyPr vert="horz" wrap="square" lIns="90000" tIns="45000" rIns="90000" bIns="45000" anchor="ctr" anchorCtr="0"/>
            <a:lstStyle>
              <a:defPPr lvl="0">
                <a:buSzPct val="45000"/>
                <a:buFont typeface="StarSymbol"/>
                <a:buNone/>
                <a:defRPr/>
              </a:defPPr>
              <a:lvl1pPr lvl="0" algn="ctr" rtl="0" hangingPunct="1">
                <a:spcBef>
                  <a:spcPts val="0"/>
                </a:spcBef>
                <a:spcAft>
                  <a:spcPts val="0"/>
                </a:spcAft>
                <a:buSzPct val="45000"/>
                <a:buFont typeface="StarSymbol"/>
                <a:buChar char="●"/>
                <a:tabLst/>
                <a:defRPr lang="ko-KR" sz="4400" b="0" i="0" u="none" strike="noStrike" kern="1200" spc="0">
                  <a:ln>
                    <a:noFill/>
                  </a:ln>
                  <a:solidFill>
                    <a:srgbClr val="000000"/>
                  </a:solidFill>
                  <a:latin typeface="맑은 고딕" pitchFamily="18"/>
                  <a:ea typeface="굴림" pitchFamily="2"/>
                  <a:cs typeface="Arial" pitchFamily="2"/>
                </a:defRPr>
              </a:lvl1pPr>
              <a:lvl2pPr lvl="1">
                <a:buSzPct val="45000"/>
                <a:buFont typeface="StarSymbol"/>
                <a:buChar char="●"/>
                <a:defRPr/>
              </a:lvl2pPr>
              <a:lvl3pPr lvl="2">
                <a:buSzPct val="45000"/>
                <a:buFont typeface="StarSymbol"/>
                <a:buChar char="●"/>
                <a:defRPr/>
              </a:lvl3pPr>
              <a:lvl4pPr lvl="3">
                <a:buSzPct val="45000"/>
                <a:buFont typeface="StarSymbol"/>
                <a:buChar char="●"/>
                <a:defRPr/>
              </a:lvl4pPr>
              <a:lvl5pPr lvl="4">
                <a:buSzPct val="45000"/>
                <a:buFont typeface="StarSymbol"/>
                <a:buChar char="●"/>
                <a:defRPr/>
              </a:lvl5pPr>
              <a:lvl6pPr lvl="5">
                <a:buSzPct val="45000"/>
                <a:buFont typeface="StarSymbol"/>
                <a:buChar char="●"/>
                <a:defRPr/>
              </a:lvl6pPr>
              <a:lvl7pPr lvl="6">
                <a:buSzPct val="45000"/>
                <a:buFont typeface="StarSymbol"/>
                <a:buChar char="●"/>
                <a:defRPr/>
              </a:lvl7pPr>
              <a:lvl8pPr lvl="7">
                <a:buSzPct val="45000"/>
                <a:buFont typeface="StarSymbol"/>
                <a:buChar char="●"/>
                <a:defRPr/>
              </a:lvl8pPr>
              <a:lvl9pPr lvl="8">
                <a:buSzPct val="45000"/>
                <a:buFont typeface="StarSymbol"/>
                <a:buChar char="●"/>
                <a:defRPr/>
              </a:lvl9pPr>
            </a:lstStyle>
            <a:p>
              <a:pPr algn="l" latinLnBrk="0">
                <a:buFont typeface="StarSymbol"/>
                <a:buNone/>
              </a:pP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01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  </a:t>
              </a:r>
              <a:r>
                <a:rPr lang="en-US" altLang="ko-KR" sz="2000" b="1" dirty="0">
                  <a:solidFill>
                    <a:srgbClr val="DDDDDD"/>
                  </a:solidFill>
                  <a:latin typeface="+mn-ea"/>
                  <a:ea typeface="+mn-ea"/>
                </a:rPr>
                <a:t>02</a:t>
              </a:r>
              <a:r>
                <a:rPr lang="en-US" altLang="ko-KR" sz="2000" b="1" dirty="0">
                  <a:solidFill>
                    <a:schemeClr val="bg1">
                      <a:lumMod val="75000"/>
                    </a:schemeClr>
                  </a:solidFill>
                  <a:latin typeface="+mn-ea"/>
                  <a:ea typeface="+mn-ea"/>
                </a:rPr>
                <a:t> 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03 </a:t>
              </a:r>
              <a:r>
                <a:rPr lang="ko-KR" altLang="en-US" sz="2000" b="1" dirty="0">
                  <a:solidFill>
                    <a:srgbClr val="11264F"/>
                  </a:solidFill>
                  <a:latin typeface="+mn-ea"/>
                  <a:ea typeface="+mn-ea"/>
                </a:rPr>
                <a:t>오라클 </a:t>
              </a:r>
              <a:r>
                <a:rPr lang="en-US" altLang="ko-KR" sz="2000" b="1" dirty="0">
                  <a:solidFill>
                    <a:srgbClr val="11264F"/>
                  </a:solidFill>
                  <a:latin typeface="+mn-ea"/>
                  <a:ea typeface="+mn-ea"/>
                </a:rPr>
                <a:t>– Data Import</a:t>
              </a:r>
              <a:endParaRPr lang="en-US" sz="2000" b="1" dirty="0">
                <a:solidFill>
                  <a:srgbClr val="11264F"/>
                </a:solidFill>
                <a:latin typeface="+mn-ea"/>
                <a:ea typeface="+mn-ea"/>
              </a:endParaRPr>
            </a:p>
          </p:txBody>
        </p:sp>
        <p:grpSp>
          <p:nvGrpSpPr>
            <p:cNvPr id="18" name="그룹 17">
              <a:extLst>
                <a:ext uri="{FF2B5EF4-FFF2-40B4-BE49-F238E27FC236}">
                  <a16:creationId xmlns:a16="http://schemas.microsoft.com/office/drawing/2014/main" id="{2460607C-9F3C-4370-B151-DBB7A402454C}"/>
                </a:ext>
              </a:extLst>
            </p:cNvPr>
            <p:cNvGrpSpPr/>
            <p:nvPr/>
          </p:nvGrpSpPr>
          <p:grpSpPr>
            <a:xfrm>
              <a:off x="8265368" y="497933"/>
              <a:ext cx="1640632" cy="417466"/>
              <a:chOff x="8265368" y="497933"/>
              <a:chExt cx="1640632" cy="417466"/>
            </a:xfrm>
          </p:grpSpPr>
          <p:sp>
            <p:nvSpPr>
              <p:cNvPr id="19" name="이등변 삼각형 18">
                <a:extLst>
                  <a:ext uri="{FF2B5EF4-FFF2-40B4-BE49-F238E27FC236}">
                    <a16:creationId xmlns:a16="http://schemas.microsoft.com/office/drawing/2014/main" id="{8B67E8B0-D99B-4171-9609-8E2AC9B08B7F}"/>
                  </a:ext>
                </a:extLst>
              </p:cNvPr>
              <p:cNvSpPr/>
              <p:nvPr/>
            </p:nvSpPr>
            <p:spPr>
              <a:xfrm>
                <a:off x="8265368" y="497933"/>
                <a:ext cx="432048" cy="326333"/>
              </a:xfrm>
              <a:prstGeom prst="triangle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0" name="직사각형 19">
                <a:extLst>
                  <a:ext uri="{FF2B5EF4-FFF2-40B4-BE49-F238E27FC236}">
                    <a16:creationId xmlns:a16="http://schemas.microsoft.com/office/drawing/2014/main" id="{A7B1B879-4C0A-4A4D-827B-426B0EA3F553}"/>
                  </a:ext>
                </a:extLst>
              </p:cNvPr>
              <p:cNvSpPr/>
              <p:nvPr/>
            </p:nvSpPr>
            <p:spPr>
              <a:xfrm>
                <a:off x="8481392" y="497933"/>
                <a:ext cx="1424608" cy="373493"/>
              </a:xfrm>
              <a:prstGeom prst="rect">
                <a:avLst/>
              </a:prstGeom>
              <a:solidFill>
                <a:srgbClr val="11264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atin typeface="+mn-ea"/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64FA6E9A-DFBC-4CF7-8637-64772A8FDFCD}"/>
                  </a:ext>
                </a:extLst>
              </p:cNvPr>
              <p:cNvSpPr/>
              <p:nvPr/>
            </p:nvSpPr>
            <p:spPr>
              <a:xfrm>
                <a:off x="8711636" y="515289"/>
                <a:ext cx="975267" cy="40011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latinLnBrk="0">
                  <a:buFont typeface="StarSymbol"/>
                  <a:buNone/>
                </a:pPr>
                <a:r>
                  <a:rPr lang="en-US" altLang="ko-KR" b="1" dirty="0">
                    <a:solidFill>
                      <a:srgbClr val="FFCC00"/>
                    </a:solidFill>
                    <a:latin typeface="+mn-ea"/>
                  </a:rPr>
                  <a:t>Team3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4004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126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 txBox="1">
            <a:spLocks/>
          </p:cNvSpPr>
          <p:nvPr/>
        </p:nvSpPr>
        <p:spPr>
          <a:xfrm>
            <a:off x="0" y="2440207"/>
            <a:ext cx="9905610" cy="1469520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6100" b="1" dirty="0">
                <a:solidFill>
                  <a:schemeClr val="bg1"/>
                </a:solidFill>
                <a:latin typeface="+mn-ea"/>
                <a:ea typeface="+mn-ea"/>
              </a:rPr>
              <a:t> </a:t>
            </a:r>
            <a:r>
              <a:rPr lang="ko-KR" altLang="en-US" sz="6100" b="1" dirty="0">
                <a:solidFill>
                  <a:schemeClr val="bg1"/>
                </a:solidFill>
                <a:latin typeface="+mn-ea"/>
                <a:ea typeface="+mn-ea"/>
              </a:rPr>
              <a:t>감사합니다</a:t>
            </a:r>
            <a:endParaRPr lang="en-US" sz="6100" b="1" dirty="0">
              <a:solidFill>
                <a:schemeClr val="bg1"/>
              </a:solidFill>
              <a:latin typeface="+mn-ea"/>
              <a:ea typeface="+mn-ea"/>
            </a:endParaRPr>
          </a:p>
        </p:txBody>
      </p:sp>
      <p:sp>
        <p:nvSpPr>
          <p:cNvPr id="3" name="제목 1"/>
          <p:cNvSpPr txBox="1">
            <a:spLocks/>
          </p:cNvSpPr>
          <p:nvPr/>
        </p:nvSpPr>
        <p:spPr>
          <a:xfrm>
            <a:off x="0" y="2362591"/>
            <a:ext cx="990561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rgbClr val="DDDDDD"/>
              </a:solidFill>
            </a:endParaRPr>
          </a:p>
        </p:txBody>
      </p:sp>
      <p:sp>
        <p:nvSpPr>
          <p:cNvPr id="4" name="제목 1"/>
          <p:cNvSpPr txBox="1">
            <a:spLocks/>
          </p:cNvSpPr>
          <p:nvPr/>
        </p:nvSpPr>
        <p:spPr>
          <a:xfrm>
            <a:off x="0" y="3837722"/>
            <a:ext cx="9905610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endParaRPr lang="en-US" sz="7400" b="1" dirty="0">
              <a:solidFill>
                <a:srgbClr val="DDDDDD"/>
              </a:solidFill>
            </a:endParaRPr>
          </a:p>
        </p:txBody>
      </p:sp>
      <p:sp>
        <p:nvSpPr>
          <p:cNvPr id="8" name="제목 1"/>
          <p:cNvSpPr txBox="1">
            <a:spLocks/>
          </p:cNvSpPr>
          <p:nvPr/>
        </p:nvSpPr>
        <p:spPr>
          <a:xfrm>
            <a:off x="0" y="1810699"/>
            <a:ext cx="9905610" cy="551892"/>
          </a:xfrm>
          <a:prstGeom prst="rect">
            <a:avLst/>
          </a:prstGeom>
          <a:noFill/>
          <a:ln>
            <a:noFill/>
          </a:ln>
        </p:spPr>
        <p:txBody>
          <a:bodyPr vert="horz" wrap="square" lIns="101530" tIns="50766" rIns="101530" bIns="50766" anchor="ctr" anchorCtr="0"/>
          <a:lstStyle>
            <a:defPPr lvl="0">
              <a:buSzPct val="45000"/>
              <a:buFont typeface="StarSymbol"/>
              <a:buNone/>
              <a:defRPr/>
            </a:defPPr>
            <a:lvl1pPr lvl="0" algn="ctr" rtl="0" hangingPunct="1">
              <a:spcBef>
                <a:spcPts val="0"/>
              </a:spcBef>
              <a:spcAft>
                <a:spcPts val="0"/>
              </a:spcAft>
              <a:buSzPct val="45000"/>
              <a:buFont typeface="StarSymbol"/>
              <a:buChar char="●"/>
              <a:tabLst/>
              <a:defRPr lang="ko-KR" sz="4400" b="0" i="0" u="none" strike="noStrike" kern="1200" spc="0">
                <a:ln>
                  <a:noFill/>
                </a:ln>
                <a:solidFill>
                  <a:srgbClr val="000000"/>
                </a:solidFill>
                <a:latin typeface="맑은 고딕" pitchFamily="18"/>
                <a:ea typeface="굴림" pitchFamily="2"/>
                <a:cs typeface="Arial" pitchFamily="2"/>
              </a:defRPr>
            </a:lvl1pPr>
            <a:lvl2pPr lvl="1">
              <a:buSzPct val="45000"/>
              <a:buFont typeface="StarSymbol"/>
              <a:buChar char="●"/>
              <a:defRPr/>
            </a:lvl2pPr>
            <a:lvl3pPr lvl="2">
              <a:buSzPct val="45000"/>
              <a:buFont typeface="StarSymbol"/>
              <a:buChar char="●"/>
              <a:defRPr/>
            </a:lvl3pPr>
            <a:lvl4pPr lvl="3">
              <a:buSzPct val="45000"/>
              <a:buFont typeface="StarSymbol"/>
              <a:buChar char="●"/>
              <a:defRPr/>
            </a:lvl4pPr>
            <a:lvl5pPr lvl="4">
              <a:buSzPct val="45000"/>
              <a:buFont typeface="StarSymbol"/>
              <a:buChar char="●"/>
              <a:defRPr/>
            </a:lvl5pPr>
            <a:lvl6pPr lvl="5">
              <a:buSzPct val="45000"/>
              <a:buFont typeface="StarSymbol"/>
              <a:buChar char="●"/>
              <a:defRPr/>
            </a:lvl6pPr>
            <a:lvl7pPr lvl="6">
              <a:buSzPct val="45000"/>
              <a:buFont typeface="StarSymbol"/>
              <a:buChar char="●"/>
              <a:defRPr/>
            </a:lvl7pPr>
            <a:lvl8pPr lvl="7">
              <a:buSzPct val="45000"/>
              <a:buFont typeface="StarSymbol"/>
              <a:buChar char="●"/>
              <a:defRPr/>
            </a:lvl8pPr>
            <a:lvl9pPr lvl="8">
              <a:buSzPct val="45000"/>
              <a:buFont typeface="StarSymbol"/>
              <a:buChar char="●"/>
              <a:defRPr/>
            </a:lvl9pPr>
          </a:lstStyle>
          <a:p>
            <a:pPr latinLnBrk="0">
              <a:buFont typeface="StarSymbol"/>
              <a:buNone/>
            </a:pPr>
            <a:r>
              <a:rPr lang="en-US" altLang="ko-KR" sz="3200" b="1" dirty="0">
                <a:solidFill>
                  <a:srgbClr val="DDDDDD"/>
                </a:solidFill>
                <a:latin typeface="+mn-ea"/>
                <a:ea typeface="+mn-ea"/>
              </a:rPr>
              <a:t> </a:t>
            </a:r>
            <a:r>
              <a:rPr lang="en-US" altLang="ko-KR" sz="2800" b="1" dirty="0">
                <a:solidFill>
                  <a:srgbClr val="FFCC00"/>
                </a:solidFill>
                <a:latin typeface="+mn-ea"/>
                <a:ea typeface="+mn-ea"/>
              </a:rPr>
              <a:t>Team3</a:t>
            </a:r>
            <a:endParaRPr lang="en-US" sz="2800" b="1" dirty="0">
              <a:solidFill>
                <a:srgbClr val="FFCC00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15405038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값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기본값 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2066</TotalTime>
  <Words>445</Words>
  <Application>Microsoft Office PowerPoint</Application>
  <PresentationFormat>A4 용지(210x297mm)</PresentationFormat>
  <Paragraphs>76</Paragraphs>
  <Slides>11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11</vt:i4>
      </vt:variant>
    </vt:vector>
  </HeadingPairs>
  <TitlesOfParts>
    <vt:vector size="18" baseType="lpstr">
      <vt:lpstr>StarSymbol</vt:lpstr>
      <vt:lpstr>굴림</vt:lpstr>
      <vt:lpstr>맑은 고딕</vt:lpstr>
      <vt:lpstr>바탕</vt:lpstr>
      <vt:lpstr>Arial</vt:lpstr>
      <vt:lpstr>기본값</vt:lpstr>
      <vt:lpstr>기본값 1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Team3</dc:title>
  <dc:creator>allbonheur</dc:creator>
  <cp:lastModifiedBy>admin</cp:lastModifiedBy>
  <cp:revision>362</cp:revision>
  <dcterms:modified xsi:type="dcterms:W3CDTF">2020-10-29T00:53:13Z</dcterms:modified>
</cp:coreProperties>
</file>